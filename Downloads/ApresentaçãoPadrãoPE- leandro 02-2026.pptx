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2.xml" ContentType="application/vnd.openxmlformats-officedocument.drawingml.chartshape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rawings/drawing3.xml" ContentType="application/vnd.openxmlformats-officedocument.drawingml.chartshape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rawings/drawing4.xml" ContentType="application/vnd.openxmlformats-officedocument.drawingml.chartshapes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5.xml" ContentType="application/vnd.openxmlformats-officedocument.drawingml.chartshapes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drawings/drawing6.xml" ContentType="application/vnd.openxmlformats-officedocument.drawingml.chartshapes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drawings/drawing7.xml" ContentType="application/vnd.openxmlformats-officedocument.drawingml.chartshapes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drawings/drawing8.xml" ContentType="application/vnd.openxmlformats-officedocument.drawingml.chartshapes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drawings/drawing9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71" r:id="rId3"/>
    <p:sldId id="285" r:id="rId4"/>
    <p:sldId id="290" r:id="rId5"/>
    <p:sldId id="286" r:id="rId6"/>
    <p:sldId id="287" r:id="rId7"/>
    <p:sldId id="288" r:id="rId8"/>
    <p:sldId id="292" r:id="rId9"/>
    <p:sldId id="293" r:id="rId10"/>
    <p:sldId id="294" r:id="rId11"/>
    <p:sldId id="295" r:id="rId12"/>
    <p:sldId id="298" r:id="rId13"/>
    <p:sldId id="289" r:id="rId14"/>
    <p:sldId id="280" r:id="rId15"/>
    <p:sldId id="299" r:id="rId16"/>
    <p:sldId id="296" r:id="rId17"/>
    <p:sldId id="281" r:id="rId18"/>
    <p:sldId id="297" r:id="rId19"/>
    <p:sldId id="300" r:id="rId20"/>
    <p:sldId id="264" r:id="rId21"/>
  </p:sldIdLst>
  <p:sldSz cx="18288000" cy="10287000"/>
  <p:notesSz cx="6858000" cy="9144000"/>
  <p:embeddedFontLst>
    <p:embeddedFont>
      <p:font typeface="Arial Bold" panose="020B0604020202020204" charset="0"/>
      <p:regular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1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chartUserShapes" Target="../drawings/drawing3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chartUserShapes" Target="../drawings/drawing4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5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chartUserShapes" Target="../drawings/drawing6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chartUserShapes" Target="../drawings/drawing7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chartUserShapes" Target="../drawings/drawing8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chartUserShapes" Target="../drawings/drawing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 algn="just">
        <a:defRPr/>
      </a:pPr>
      <a:endParaRPr lang="pt-BR"/>
    </a:p>
  </c:txPr>
  <c:externalData r:id="rId3">
    <c:autoUpdate val="0"/>
  </c:externalData>
  <c:userShapes r:id="rId4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 algn="just">
        <a:defRPr/>
      </a:pPr>
      <a:endParaRPr lang="pt-BR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drawing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rawing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drawings/_rels/drawing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drawings/_rels/drawing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drawings/_rels/drawing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/Relationships>
</file>

<file path=ppt/drawings/_rels/drawing9.x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0.24969</cdr:x>
      <cdr:y>0</cdr:y>
    </cdr:from>
    <cdr:to>
      <cdr:x>0.88727</cdr:x>
      <cdr:y>0.93159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1197D0D6-C4CC-4070-95DA-010A51A1BBA7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4321109" y="0"/>
          <a:ext cx="11033760" cy="7263936"/>
        </a:xfrm>
        <a:prstGeom xmlns:a="http://schemas.openxmlformats.org/drawingml/2006/main" prst="rect">
          <a:avLst/>
        </a:prstGeom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0.10063</cdr:x>
      <cdr:y>0</cdr:y>
    </cdr:from>
    <cdr:to>
      <cdr:x>0.83462</cdr:x>
      <cdr:y>0.94747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E42505D4-F072-42F7-9901-DEC77C72691D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1741484" y="-1765764"/>
          <a:ext cx="12702226" cy="7387760"/>
        </a:xfrm>
        <a:prstGeom xmlns:a="http://schemas.openxmlformats.org/drawingml/2006/main" prst="rect">
          <a:avLst/>
        </a:prstGeom>
      </cdr:spPr>
    </cdr:pic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0.95167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2AA3F08B-1A88-49CC-909D-84404F63A10C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6906871" cy="7502016"/>
        </a:xfrm>
        <a:prstGeom xmlns:a="http://schemas.openxmlformats.org/drawingml/2006/main" prst="rect">
          <a:avLst/>
        </a:prstGeom>
      </cdr:spPr>
    </cdr:pic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0.96643</cdr:x>
      <cdr:y>1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3EAF8FD3-7E15-41B0-9475-89E925062EDD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7305780" cy="7822273"/>
        </a:xfrm>
        <a:prstGeom xmlns:a="http://schemas.openxmlformats.org/drawingml/2006/main" prst="rect">
          <a:avLst/>
        </a:prstGeom>
      </cdr:spPr>
    </cdr:pic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D705B798-6C7B-475F-B3B7-83AA0638F602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7906995" cy="7822273"/>
        </a:xfrm>
        <a:prstGeom xmlns:a="http://schemas.openxmlformats.org/drawingml/2006/main" prst="rect">
          <a:avLst/>
        </a:prstGeom>
      </cdr:spPr>
    </cdr:pic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6DA300D8-0C6A-4EC5-A1C3-44C3ABDC6443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9202392" cy="7822273"/>
        </a:xfrm>
        <a:prstGeom xmlns:a="http://schemas.openxmlformats.org/drawingml/2006/main" prst="rect">
          <a:avLst/>
        </a:prstGeom>
      </cdr:spPr>
    </cdr:pic>
  </cdr:relSizeAnchor>
</c:userShapes>
</file>

<file path=ppt/drawings/drawing7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19731F9B-22BF-5F2B-D63E-5E79E057B56E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6104476" cy="7197217"/>
        </a:xfrm>
        <a:prstGeom xmlns:a="http://schemas.openxmlformats.org/drawingml/2006/main" prst="rect">
          <a:avLst/>
        </a:prstGeom>
      </cdr:spPr>
    </cdr:pic>
  </cdr:relSizeAnchor>
</c:userShapes>
</file>

<file path=ppt/drawings/drawing8.xml><?xml version="1.0" encoding="utf-8"?>
<c:userShapes xmlns:c="http://schemas.openxmlformats.org/drawingml/2006/chart">
  <cdr:relSizeAnchor xmlns:cdr="http://schemas.openxmlformats.org/drawingml/2006/chartDrawing">
    <cdr:from>
      <cdr:x>0</cdr:x>
      <cdr:y>0.14771</cdr:y>
    </cdr:from>
    <cdr:to>
      <cdr:x>1</cdr:x>
      <cdr:y>0.50107</cdr:y>
    </cdr:to>
    <cdr:sp macro="" textlink="">
      <cdr:nvSpPr>
        <cdr:cNvPr id="3" name="CaixaDeTexto 2">
          <a:extLst xmlns:a="http://schemas.openxmlformats.org/drawingml/2006/main">
            <a:ext uri="{FF2B5EF4-FFF2-40B4-BE49-F238E27FC236}">
              <a16:creationId xmlns:a16="http://schemas.microsoft.com/office/drawing/2014/main" id="{D09CBE3C-0DBC-406C-BA3E-7A65FE9DD567}"/>
            </a:ext>
          </a:extLst>
        </cdr:cNvPr>
        <cdr:cNvSpPr txBox="1"/>
      </cdr:nvSpPr>
      <cdr:spPr>
        <a:xfrm xmlns:a="http://schemas.openxmlformats.org/drawingml/2006/main">
          <a:off x="0" y="1063128"/>
          <a:ext cx="17810812" cy="254320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pt-BR" sz="2800" dirty="0"/>
        </a:p>
      </cdr:txBody>
    </cdr:sp>
  </cdr:relSizeAnchor>
  <cdr:relSizeAnchor xmlns:cdr="http://schemas.openxmlformats.org/drawingml/2006/chartDrawing">
    <cdr:from>
      <cdr:x>0</cdr:x>
      <cdr:y>0.05368</cdr:y>
    </cdr:from>
    <cdr:to>
      <cdr:x>0.97784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501DD0B4-FDC9-4F79-B738-D9E469FEB668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412072"/>
          <a:ext cx="19651478" cy="7263787"/>
        </a:xfrm>
        <a:prstGeom xmlns:a="http://schemas.openxmlformats.org/drawingml/2006/main" prst="rect">
          <a:avLst/>
        </a:prstGeom>
      </cdr:spPr>
    </cdr:pic>
  </cdr:relSizeAnchor>
</c:userShapes>
</file>

<file path=ppt/drawings/drawing9.xml><?xml version="1.0" encoding="utf-8"?>
<c:userShapes xmlns:c="http://schemas.openxmlformats.org/drawingml/2006/chart">
  <cdr:relSizeAnchor xmlns:cdr="http://schemas.openxmlformats.org/drawingml/2006/chartDrawing">
    <cdr:from>
      <cdr:x>0</cdr:x>
      <cdr:y>0.14771</cdr:y>
    </cdr:from>
    <cdr:to>
      <cdr:x>1</cdr:x>
      <cdr:y>0.50107</cdr:y>
    </cdr:to>
    <cdr:sp macro="" textlink="">
      <cdr:nvSpPr>
        <cdr:cNvPr id="3" name="CaixaDeTexto 2">
          <a:extLst xmlns:a="http://schemas.openxmlformats.org/drawingml/2006/main">
            <a:ext uri="{FF2B5EF4-FFF2-40B4-BE49-F238E27FC236}">
              <a16:creationId xmlns:a16="http://schemas.microsoft.com/office/drawing/2014/main" id="{D09CBE3C-0DBC-406C-BA3E-7A65FE9DD567}"/>
            </a:ext>
          </a:extLst>
        </cdr:cNvPr>
        <cdr:cNvSpPr txBox="1"/>
      </cdr:nvSpPr>
      <cdr:spPr>
        <a:xfrm xmlns:a="http://schemas.openxmlformats.org/drawingml/2006/main">
          <a:off x="0" y="1063128"/>
          <a:ext cx="17810812" cy="254320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pt-BR" sz="2800" dirty="0"/>
        </a:p>
      </cdr:txBody>
    </cdr:sp>
  </cdr:relSizeAnchor>
  <cdr:relSizeAnchor xmlns:cdr="http://schemas.openxmlformats.org/drawingml/2006/chartDrawing">
    <cdr:from>
      <cdr:x>0.00242</cdr:x>
      <cdr:y>0.06896</cdr:y>
    </cdr:from>
    <cdr:to>
      <cdr:x>0.97488</cdr:x>
      <cdr:y>0.99468</cdr:y>
    </cdr:to>
    <cdr:pic>
      <cdr:nvPicPr>
        <cdr:cNvPr id="4" name="chart">
          <a:extLst xmlns:a="http://schemas.openxmlformats.org/drawingml/2006/main">
            <a:ext uri="{FF2B5EF4-FFF2-40B4-BE49-F238E27FC236}">
              <a16:creationId xmlns:a16="http://schemas.microsoft.com/office/drawing/2014/main" id="{4BBEC89B-B3B5-47B0-9D77-0707071AF14B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48008" y="632289"/>
          <a:ext cx="19298797" cy="8487899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267F8B-2609-4C6A-B648-B712EA4B5DB5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76241-94DF-4EB4-974C-91D99427F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5696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76241-94DF-4EB4-974C-91D99427F8F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7844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6555" b="-16555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Freeform 3"/>
          <p:cNvSpPr/>
          <p:nvPr/>
        </p:nvSpPr>
        <p:spPr>
          <a:xfrm>
            <a:off x="0" y="7901902"/>
            <a:ext cx="18288000" cy="3735101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41172" y="522631"/>
            <a:ext cx="3989076" cy="2217468"/>
            <a:chOff x="0" y="0"/>
            <a:chExt cx="5318769" cy="2956624"/>
          </a:xfrm>
        </p:grpSpPr>
        <p:sp>
          <p:nvSpPr>
            <p:cNvPr id="5" name="Freeform 5"/>
            <p:cNvSpPr/>
            <p:nvPr/>
          </p:nvSpPr>
          <p:spPr>
            <a:xfrm>
              <a:off x="0" y="1617791"/>
              <a:ext cx="5318769" cy="685359"/>
            </a:xfrm>
            <a:custGeom>
              <a:avLst/>
              <a:gdLst/>
              <a:ahLst/>
              <a:cxnLst/>
              <a:rect l="l" t="t" r="r" b="b"/>
              <a:pathLst>
                <a:path w="5318769" h="685359">
                  <a:moveTo>
                    <a:pt x="0" y="0"/>
                  </a:moveTo>
                  <a:lnTo>
                    <a:pt x="5318769" y="0"/>
                  </a:lnTo>
                  <a:lnTo>
                    <a:pt x="5318769" y="685359"/>
                  </a:lnTo>
                  <a:lnTo>
                    <a:pt x="0" y="685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46867" b="-329187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5318769" cy="1617791"/>
            </a:xfrm>
            <a:custGeom>
              <a:avLst/>
              <a:gdLst/>
              <a:ahLst/>
              <a:cxnLst/>
              <a:rect l="l" t="t" r="r" b="b"/>
              <a:pathLst>
                <a:path w="5318769" h="1617791">
                  <a:moveTo>
                    <a:pt x="0" y="0"/>
                  </a:moveTo>
                  <a:lnTo>
                    <a:pt x="5318769" y="0"/>
                  </a:lnTo>
                  <a:lnTo>
                    <a:pt x="5318769" y="1617791"/>
                  </a:lnTo>
                  <a:lnTo>
                    <a:pt x="0" y="1617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6946" b="-181820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2303150"/>
              <a:ext cx="5318769" cy="653473"/>
            </a:xfrm>
            <a:custGeom>
              <a:avLst/>
              <a:gdLst/>
              <a:ahLst/>
              <a:cxnLst/>
              <a:rect l="l" t="t" r="r" b="b"/>
              <a:pathLst>
                <a:path w="5318769" h="653473">
                  <a:moveTo>
                    <a:pt x="0" y="0"/>
                  </a:moveTo>
                  <a:lnTo>
                    <a:pt x="5318769" y="0"/>
                  </a:lnTo>
                  <a:lnTo>
                    <a:pt x="5318769" y="653474"/>
                  </a:lnTo>
                  <a:lnTo>
                    <a:pt x="0" y="653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71642" b="-242280"/>
              </a:stretch>
            </a:blipFill>
          </p:spPr>
        </p:sp>
      </p:grpSp>
      <p:sp>
        <p:nvSpPr>
          <p:cNvPr id="8" name="AutoShape 8"/>
          <p:cNvSpPr/>
          <p:nvPr/>
        </p:nvSpPr>
        <p:spPr>
          <a:xfrm flipV="1">
            <a:off x="1028700" y="3494253"/>
            <a:ext cx="19050" cy="2337212"/>
          </a:xfrm>
          <a:prstGeom prst="line">
            <a:avLst/>
          </a:prstGeom>
          <a:ln w="95250" cap="flat">
            <a:solidFill>
              <a:srgbClr val="0B0B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449777" y="3121098"/>
            <a:ext cx="18703803" cy="13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36"/>
              </a:lnSpc>
            </a:pPr>
            <a:r>
              <a:rPr lang="en-US" sz="9058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GR &amp; FROTA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6375" y="6212853"/>
            <a:ext cx="7017584" cy="485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23"/>
              </a:lnSpc>
            </a:pPr>
            <a:r>
              <a:rPr lang="en-US" sz="2873" b="1" dirty="0" err="1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Apresentado</a:t>
            </a:r>
            <a:r>
              <a:rPr lang="en-US" sz="2873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 por: Leandro </a:t>
            </a:r>
            <a:r>
              <a:rPr lang="en-US" sz="2873" b="1" dirty="0" err="1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osmar</a:t>
            </a:r>
            <a:r>
              <a:rPr lang="en-US" sz="2873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73" b="1" dirty="0" err="1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berndt</a:t>
            </a:r>
            <a:endParaRPr lang="en-US" sz="2873" b="1" dirty="0">
              <a:solidFill>
                <a:srgbClr val="0B0B3D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86375" y="6755773"/>
            <a:ext cx="8886718" cy="485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0"/>
              </a:lnSpc>
            </a:pPr>
            <a:r>
              <a:rPr lang="en-US" sz="2864" b="1" dirty="0" err="1">
                <a:solidFill>
                  <a:srgbClr val="FF6428"/>
                </a:solidFill>
                <a:latin typeface="Arial Bold"/>
                <a:ea typeface="Arial Bold"/>
                <a:cs typeface="Arial Bold"/>
                <a:sym typeface="Arial Bold"/>
              </a:rPr>
              <a:t>Período</a:t>
            </a:r>
            <a:r>
              <a:rPr lang="en-US" sz="2864" b="1" dirty="0">
                <a:solidFill>
                  <a:srgbClr val="FF6428"/>
                </a:solidFill>
                <a:latin typeface="Arial Bold"/>
                <a:ea typeface="Arial Bold"/>
                <a:cs typeface="Arial Bold"/>
                <a:sym typeface="Arial Bold"/>
              </a:rPr>
              <a:t>: 02-2026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7" y="1133475"/>
            <a:ext cx="6951492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Frota</a:t>
            </a: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8208330"/>
              </p:ext>
            </p:extLst>
          </p:nvPr>
        </p:nvGraphicFramePr>
        <p:xfrm>
          <a:off x="1189483" y="1765764"/>
          <a:ext cx="17305790" cy="7797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480104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8018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GXH-8043  </a:t>
            </a: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R$ 9.697,32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compra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do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ar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condicionado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troca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do motor de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arranque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e Socorro.</a:t>
            </a: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6360047"/>
              </p:ext>
            </p:extLst>
          </p:nvPr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33313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FB2AE-398B-08D5-72B1-A60AFE343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488ABB3-1D41-3FC7-AB6F-0010DFE744B2}"/>
              </a:ext>
            </a:extLst>
          </p:cNvPr>
          <p:cNvSpPr/>
          <p:nvPr/>
        </p:nvSpPr>
        <p:spPr>
          <a:xfrm>
            <a:off x="-1036965" y="-4953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F69C83B-755A-E7E4-3949-7911C827002C}"/>
              </a:ext>
            </a:extLst>
          </p:cNvPr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223EBC0-C4A1-041B-FE8F-D60FB7A140F5}"/>
              </a:ext>
            </a:extLst>
          </p:cNvPr>
          <p:cNvSpPr txBox="1"/>
          <p:nvPr/>
        </p:nvSpPr>
        <p:spPr>
          <a:xfrm>
            <a:off x="1430507" y="1133475"/>
            <a:ext cx="6951492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Preventiva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A20F6BB-C472-977B-5D33-30C8FBF05C74}"/>
              </a:ext>
            </a:extLst>
          </p:cNvPr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61060F2-B713-F6BC-8538-12930DC17460}"/>
              </a:ext>
            </a:extLst>
          </p:cNvPr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3416B7B2-D624-EE94-B4FF-290E4DDB9B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149850"/>
              </p:ext>
            </p:extLst>
          </p:nvPr>
        </p:nvGraphicFramePr>
        <p:xfrm>
          <a:off x="1155035" y="1765764"/>
          <a:ext cx="17305790" cy="7797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837559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7EAEC12C-97CA-4888-BBD6-E1A6D1204C49}"/>
              </a:ext>
            </a:extLst>
          </p:cNvPr>
          <p:cNvSpPr/>
          <p:nvPr/>
        </p:nvSpPr>
        <p:spPr>
          <a:xfrm>
            <a:off x="1295400" y="723900"/>
            <a:ext cx="60960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Corretiva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pt-BR" sz="5884" dirty="0"/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CF344EAB-19A8-EB09-AE40-6E84BA533F8F}"/>
              </a:ext>
            </a:extLst>
          </p:cNvPr>
          <p:cNvSpPr/>
          <p:nvPr/>
        </p:nvSpPr>
        <p:spPr>
          <a:xfrm>
            <a:off x="-1" y="8877300"/>
            <a:ext cx="18288001" cy="14097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90D709D-49A3-4191-906A-8D7332BDD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1333500"/>
            <a:ext cx="10439400" cy="777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423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7EAEC12C-97CA-4888-BBD6-E1A6D1204C49}"/>
              </a:ext>
            </a:extLst>
          </p:cNvPr>
          <p:cNvSpPr/>
          <p:nvPr/>
        </p:nvSpPr>
        <p:spPr>
          <a:xfrm>
            <a:off x="1295400" y="723900"/>
            <a:ext cx="60960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Socorro </a:t>
            </a:r>
            <a:endParaRPr lang="pt-BR" sz="5884" dirty="0"/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9664D922-D62A-8199-5998-E48D19F8C57D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F530C1B-8C24-47F4-A4E4-147FE3843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1257300"/>
            <a:ext cx="10134599" cy="784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671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7EAEC12C-97CA-4888-BBD6-E1A6D1204C49}"/>
              </a:ext>
            </a:extLst>
          </p:cNvPr>
          <p:cNvSpPr/>
          <p:nvPr/>
        </p:nvSpPr>
        <p:spPr>
          <a:xfrm>
            <a:off x="762000" y="723900"/>
            <a:ext cx="179832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Acessorios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18C5FBB3-1545-20C2-BAD5-F0DD5D6E9E70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5E2950C-FD85-4791-94AB-8ABED9D36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1562100"/>
            <a:ext cx="9829799" cy="7696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562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762000" y="723900"/>
            <a:ext cx="179832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Bau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B40612B-0FE0-44D1-9EE7-00ED29534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721738"/>
            <a:ext cx="9677399" cy="738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989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762000" y="723900"/>
            <a:ext cx="179832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Lavação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2D360E4-0B23-49AF-9F66-EB73A3EFA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1721738"/>
            <a:ext cx="11201400" cy="753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248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762000" y="723900"/>
            <a:ext cx="179832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Lataria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8403700-0A71-472E-A57A-AA1729DCE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1721737"/>
            <a:ext cx="9524999" cy="738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205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762000" y="723900"/>
            <a:ext cx="179832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Pneus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BE8FD4D-9AC8-43B1-89E7-32C3461C1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999" y="1721737"/>
            <a:ext cx="10668000" cy="729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070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533400" y="419100"/>
            <a:ext cx="17297400" cy="7240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Ar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condicionado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veicular</a:t>
            </a:r>
            <a:endParaRPr lang="en-US" sz="588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588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Foi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instalado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ar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eletrico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nos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veiculos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MKQ2E28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GXH8043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endParaRPr lang="en-US" sz="36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Consertado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3600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ar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condicionado</a:t>
            </a:r>
            <a:endParaRPr lang="en-US" sz="36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QIY4838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MLM9642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OKG5I79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MIY6C60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242177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6933692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Sm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geradas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Valor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embacado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R$ 125.253.273,30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7216231"/>
              </p:ext>
            </p:extLst>
          </p:nvPr>
        </p:nvGraphicFramePr>
        <p:xfrm>
          <a:off x="-19" y="1832483"/>
          <a:ext cx="19313465" cy="78830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756506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0304285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Principais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destinos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0093812"/>
              </p:ext>
            </p:extLst>
          </p:nvPr>
        </p:nvGraphicFramePr>
        <p:xfrm>
          <a:off x="0" y="1765764"/>
          <a:ext cx="19964400" cy="7822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2326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0304285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Exceção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motoristas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5814831"/>
              </p:ext>
            </p:extLst>
          </p:nvPr>
        </p:nvGraphicFramePr>
        <p:xfrm>
          <a:off x="0" y="1765764"/>
          <a:ext cx="19202395" cy="7822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6252657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0304285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Tempo medio de checklist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022776"/>
              </p:ext>
            </p:extLst>
          </p:nvPr>
        </p:nvGraphicFramePr>
        <p:xfrm>
          <a:off x="-18" y="1765764"/>
          <a:ext cx="19313466" cy="7822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517764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0304285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Sinistro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8891420"/>
              </p:ext>
            </p:extLst>
          </p:nvPr>
        </p:nvGraphicFramePr>
        <p:xfrm>
          <a:off x="1604493" y="1765764"/>
          <a:ext cx="16104477" cy="71972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756502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7669804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andamento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3600" dirty="0"/>
              <a:t>  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5235868"/>
              </p:ext>
            </p:extLst>
          </p:nvPr>
        </p:nvGraphicFramePr>
        <p:xfrm>
          <a:off x="-33340" y="1166812"/>
          <a:ext cx="19845339" cy="91689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84571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7669804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andamento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3600" dirty="0"/>
              <a:t>  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6092668"/>
              </p:ext>
            </p:extLst>
          </p:nvPr>
        </p:nvGraphicFramePr>
        <p:xfrm>
          <a:off x="-33340" y="1166812"/>
          <a:ext cx="19845339" cy="91689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1761492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2007533" y="6879598"/>
            <a:ext cx="21262145" cy="475740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21262145" y="0"/>
                </a:moveTo>
                <a:lnTo>
                  <a:pt x="0" y="0"/>
                </a:lnTo>
                <a:lnTo>
                  <a:pt x="0" y="4757404"/>
                </a:lnTo>
                <a:lnTo>
                  <a:pt x="21262145" y="4757404"/>
                </a:lnTo>
                <a:lnTo>
                  <a:pt x="2126214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41172" y="522631"/>
            <a:ext cx="3989076" cy="2217468"/>
            <a:chOff x="0" y="0"/>
            <a:chExt cx="5318769" cy="2956624"/>
          </a:xfrm>
        </p:grpSpPr>
        <p:sp>
          <p:nvSpPr>
            <p:cNvPr id="5" name="Freeform 5"/>
            <p:cNvSpPr/>
            <p:nvPr/>
          </p:nvSpPr>
          <p:spPr>
            <a:xfrm>
              <a:off x="0" y="1617791"/>
              <a:ext cx="5318769" cy="685359"/>
            </a:xfrm>
            <a:custGeom>
              <a:avLst/>
              <a:gdLst/>
              <a:ahLst/>
              <a:cxnLst/>
              <a:rect l="l" t="t" r="r" b="b"/>
              <a:pathLst>
                <a:path w="5318769" h="685359">
                  <a:moveTo>
                    <a:pt x="0" y="0"/>
                  </a:moveTo>
                  <a:lnTo>
                    <a:pt x="5318769" y="0"/>
                  </a:lnTo>
                  <a:lnTo>
                    <a:pt x="5318769" y="685359"/>
                  </a:lnTo>
                  <a:lnTo>
                    <a:pt x="0" y="685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46867" b="-329187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5318769" cy="1617791"/>
            </a:xfrm>
            <a:custGeom>
              <a:avLst/>
              <a:gdLst/>
              <a:ahLst/>
              <a:cxnLst/>
              <a:rect l="l" t="t" r="r" b="b"/>
              <a:pathLst>
                <a:path w="5318769" h="1617791">
                  <a:moveTo>
                    <a:pt x="0" y="0"/>
                  </a:moveTo>
                  <a:lnTo>
                    <a:pt x="5318769" y="0"/>
                  </a:lnTo>
                  <a:lnTo>
                    <a:pt x="5318769" y="1617791"/>
                  </a:lnTo>
                  <a:lnTo>
                    <a:pt x="0" y="1617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6946" b="-181820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2303150"/>
              <a:ext cx="5318769" cy="653473"/>
            </a:xfrm>
            <a:custGeom>
              <a:avLst/>
              <a:gdLst/>
              <a:ahLst/>
              <a:cxnLst/>
              <a:rect l="l" t="t" r="r" b="b"/>
              <a:pathLst>
                <a:path w="5318769" h="653473">
                  <a:moveTo>
                    <a:pt x="0" y="0"/>
                  </a:moveTo>
                  <a:lnTo>
                    <a:pt x="5318769" y="0"/>
                  </a:lnTo>
                  <a:lnTo>
                    <a:pt x="5318769" y="653474"/>
                  </a:lnTo>
                  <a:lnTo>
                    <a:pt x="0" y="653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71642" b="-242280"/>
              </a:stretch>
            </a:blipFill>
          </p:spPr>
        </p:sp>
      </p:grpSp>
      <p:sp>
        <p:nvSpPr>
          <p:cNvPr id="8" name="AutoShape 8"/>
          <p:cNvSpPr/>
          <p:nvPr/>
        </p:nvSpPr>
        <p:spPr>
          <a:xfrm flipV="1">
            <a:off x="1028700" y="3494253"/>
            <a:ext cx="19050" cy="1126600"/>
          </a:xfrm>
          <a:prstGeom prst="line">
            <a:avLst/>
          </a:prstGeom>
          <a:ln w="95250" cap="flat">
            <a:solidFill>
              <a:srgbClr val="0B0B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370847" y="3370428"/>
            <a:ext cx="18703803" cy="13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36"/>
              </a:lnSpc>
            </a:pPr>
            <a:r>
              <a:rPr lang="en-US" sz="9058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3010</TotalTime>
  <Words>181</Words>
  <Application>Microsoft Office PowerPoint</Application>
  <PresentationFormat>Personalizar</PresentationFormat>
  <Paragraphs>54</Paragraphs>
  <Slides>20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6" baseType="lpstr">
      <vt:lpstr>Calibri</vt:lpstr>
      <vt:lpstr>Wingdings</vt:lpstr>
      <vt:lpstr>Arial Bold</vt:lpstr>
      <vt:lpstr>Arial MT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Cópia de ApresentaçãoPadrãoPE</dc:title>
  <dc:creator>Usuário</dc:creator>
  <cp:lastModifiedBy>Leandro Osmar</cp:lastModifiedBy>
  <cp:revision>81</cp:revision>
  <dcterms:created xsi:type="dcterms:W3CDTF">2006-08-16T00:00:00Z</dcterms:created>
  <dcterms:modified xsi:type="dcterms:W3CDTF">2026-03-11T18:06:28Z</dcterms:modified>
  <dc:identifier>DAGkDGwIfr0</dc:identifier>
</cp:coreProperties>
</file>