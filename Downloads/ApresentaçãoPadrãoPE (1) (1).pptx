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4" d="100"/>
          <a:sy n="54" d="100"/>
        </p:scale>
        <p:origin x="634" y="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009589" y="889115"/>
            <a:ext cx="0" cy="1127125"/>
          </a:xfrm>
          <a:custGeom>
            <a:avLst/>
            <a:gdLst/>
            <a:ahLst/>
            <a:cxnLst/>
            <a:rect l="l" t="t" r="r" b="b"/>
            <a:pathLst>
              <a:path h="1127125">
                <a:moveTo>
                  <a:pt x="0" y="1126599"/>
                </a:moveTo>
                <a:lnTo>
                  <a:pt x="0" y="0"/>
                </a:lnTo>
              </a:path>
            </a:pathLst>
          </a:custGeom>
          <a:ln w="380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17806" y="871951"/>
            <a:ext cx="3367404" cy="91630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79597"/>
            <a:ext cx="18287999" cy="34074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71" y="522630"/>
            <a:ext cx="3990974" cy="22131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8654" y="3494207"/>
            <a:ext cx="19050" cy="2337435"/>
          </a:xfrm>
          <a:custGeom>
            <a:avLst/>
            <a:gdLst/>
            <a:ahLst/>
            <a:cxnLst/>
            <a:rect l="l" t="t" r="r" b="b"/>
            <a:pathLst>
              <a:path w="19050" h="2337435">
                <a:moveTo>
                  <a:pt x="0" y="2337211"/>
                </a:moveTo>
                <a:lnTo>
                  <a:pt x="19050" y="0"/>
                </a:lnTo>
              </a:path>
            </a:pathLst>
          </a:custGeom>
          <a:ln w="95249">
            <a:solidFill>
              <a:srgbClr val="0A0A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6879597"/>
            <a:ext cx="18287999" cy="3407402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1171" y="522630"/>
            <a:ext cx="3990974" cy="2213137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028634" y="3494187"/>
            <a:ext cx="19050" cy="1127125"/>
          </a:xfrm>
          <a:custGeom>
            <a:avLst/>
            <a:gdLst/>
            <a:ahLst/>
            <a:cxnLst/>
            <a:rect l="l" t="t" r="r" b="b"/>
            <a:pathLst>
              <a:path w="19050" h="1127125">
                <a:moveTo>
                  <a:pt x="0" y="1126599"/>
                </a:moveTo>
                <a:lnTo>
                  <a:pt x="19049" y="0"/>
                </a:lnTo>
              </a:path>
            </a:pathLst>
          </a:custGeom>
          <a:ln w="95249">
            <a:solidFill>
              <a:srgbClr val="0A0A3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8287999" cy="10286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358147" y="3017408"/>
            <a:ext cx="16208564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437076" y="3017408"/>
            <a:ext cx="16129635" cy="26168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50" b="1" i="0">
                <a:solidFill>
                  <a:srgbClr val="0A0A3C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3/21/2025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xfrm>
            <a:off x="1437076" y="3017408"/>
            <a:ext cx="19365524" cy="261683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91440" marR="5080">
              <a:lnSpc>
                <a:spcPts val="9530"/>
              </a:lnSpc>
              <a:spcBef>
                <a:spcPts val="1535"/>
              </a:spcBef>
            </a:pPr>
            <a:r>
              <a:rPr dirty="0"/>
              <a:t>TÍTULO</a:t>
            </a:r>
            <a:r>
              <a:rPr spc="-15" dirty="0"/>
              <a:t> </a:t>
            </a:r>
            <a:r>
              <a:rPr dirty="0"/>
              <a:t>DA</a:t>
            </a:r>
            <a:r>
              <a:rPr spc="-15" dirty="0"/>
              <a:t> </a:t>
            </a:r>
            <a:r>
              <a:rPr spc="-10" dirty="0"/>
              <a:t>APRESENTAÇÃO </a:t>
            </a:r>
            <a:r>
              <a:rPr spc="-10" dirty="0">
                <a:solidFill>
                  <a:srgbClr val="FF6428"/>
                </a:solidFill>
              </a:rPr>
              <a:t>SUBTÍTULO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73674" y="6139795"/>
            <a:ext cx="6189126" cy="1113155"/>
          </a:xfrm>
          <a:prstGeom prst="rect">
            <a:avLst/>
          </a:prstGeom>
        </p:spPr>
        <p:txBody>
          <a:bodyPr vert="horz" wrap="square" lIns="0" tIns="1219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60"/>
              </a:spcBef>
            </a:pP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Apresentado</a:t>
            </a:r>
            <a:r>
              <a:rPr sz="2850" b="1" spc="25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por:</a:t>
            </a:r>
            <a:r>
              <a:rPr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Nome</a:t>
            </a:r>
            <a:r>
              <a:rPr sz="2850" b="1" spc="25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0A0A3C"/>
                </a:solidFill>
                <a:latin typeface="Arial"/>
                <a:cs typeface="Arial"/>
              </a:rPr>
              <a:t>do</a:t>
            </a:r>
            <a:r>
              <a:rPr sz="2850" b="1" spc="20" dirty="0">
                <a:solidFill>
                  <a:srgbClr val="0A0A3C"/>
                </a:solidFill>
                <a:latin typeface="Arial"/>
                <a:cs typeface="Arial"/>
              </a:rPr>
              <a:t> </a:t>
            </a:r>
            <a:r>
              <a:rPr sz="2850" b="1" spc="-10" dirty="0">
                <a:solidFill>
                  <a:srgbClr val="0A0A3C"/>
                </a:solidFill>
                <a:latin typeface="Arial"/>
                <a:cs typeface="Arial"/>
              </a:rPr>
              <a:t>Setor</a:t>
            </a:r>
            <a:endParaRPr sz="28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55"/>
              </a:spcBef>
            </a:pPr>
            <a:r>
              <a:rPr sz="2850" b="1" dirty="0">
                <a:solidFill>
                  <a:srgbClr val="FF6428"/>
                </a:solidFill>
                <a:latin typeface="Arial"/>
                <a:cs typeface="Arial"/>
              </a:rPr>
              <a:t>Período:</a:t>
            </a:r>
            <a:r>
              <a:rPr sz="2850" b="1" spc="-25" dirty="0">
                <a:solidFill>
                  <a:srgbClr val="FF6428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6428"/>
                </a:solidFill>
                <a:latin typeface="Arial"/>
                <a:cs typeface="Arial"/>
              </a:rPr>
              <a:t>Coloque</a:t>
            </a:r>
            <a:r>
              <a:rPr sz="2850" b="1" spc="-20" dirty="0">
                <a:solidFill>
                  <a:srgbClr val="FF6428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6428"/>
                </a:solidFill>
                <a:latin typeface="Arial"/>
                <a:cs typeface="Arial"/>
              </a:rPr>
              <a:t>o</a:t>
            </a:r>
            <a:r>
              <a:rPr sz="2850" b="1" spc="-20" dirty="0">
                <a:solidFill>
                  <a:srgbClr val="FF6428"/>
                </a:solidFill>
                <a:latin typeface="Arial"/>
                <a:cs typeface="Arial"/>
              </a:rPr>
              <a:t> </a:t>
            </a:r>
            <a:r>
              <a:rPr sz="2850" b="1" dirty="0">
                <a:solidFill>
                  <a:srgbClr val="FF6428"/>
                </a:solidFill>
                <a:latin typeface="Arial"/>
                <a:cs typeface="Arial"/>
              </a:rPr>
              <a:t>Trimestre</a:t>
            </a:r>
            <a:r>
              <a:rPr sz="2850" b="1" spc="-20" dirty="0">
                <a:solidFill>
                  <a:srgbClr val="FF6428"/>
                </a:solidFill>
                <a:latin typeface="Arial"/>
                <a:cs typeface="Arial"/>
              </a:rPr>
              <a:t> aqui</a:t>
            </a:r>
            <a:endParaRPr sz="28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2836057"/>
            <a:ext cx="2513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OKR</a:t>
            </a:r>
            <a:r>
              <a:rPr sz="3000" spc="-1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+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Gráfico</a:t>
            </a:r>
            <a:endParaRPr sz="3000">
              <a:latin typeface="Arial MT"/>
              <a:cs typeface="Arial MT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5298440" cy="8826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Ação/Descrição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do</a:t>
            </a:r>
            <a:r>
              <a:rPr sz="3000" spc="-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que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foi</a:t>
            </a:r>
            <a:r>
              <a:rPr sz="3000" spc="-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feito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no 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período.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2640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b="1" dirty="0">
                <a:solidFill>
                  <a:srgbClr val="07073B"/>
                </a:solidFill>
                <a:latin typeface="Arial"/>
                <a:cs typeface="Arial"/>
              </a:rPr>
              <a:t>OKR</a:t>
            </a:r>
            <a:r>
              <a:rPr sz="3000" b="1" spc="-15" dirty="0">
                <a:solidFill>
                  <a:srgbClr val="07073B"/>
                </a:solidFill>
                <a:latin typeface="Arial"/>
                <a:cs typeface="Arial"/>
              </a:rPr>
              <a:t> </a:t>
            </a:r>
            <a:r>
              <a:rPr sz="3000" b="1" dirty="0">
                <a:solidFill>
                  <a:srgbClr val="07073B"/>
                </a:solidFill>
                <a:latin typeface="Arial"/>
                <a:cs typeface="Arial"/>
              </a:rPr>
              <a:t>+</a:t>
            </a:r>
            <a:r>
              <a:rPr sz="3000" b="1" spc="-10" dirty="0">
                <a:solidFill>
                  <a:srgbClr val="07073B"/>
                </a:solidFill>
                <a:latin typeface="Arial"/>
                <a:cs typeface="Arial"/>
              </a:rPr>
              <a:t> Gráfico</a:t>
            </a:r>
            <a:endParaRPr sz="30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5298440" cy="8826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Ação/Descrição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do</a:t>
            </a:r>
            <a:r>
              <a:rPr sz="3000" spc="-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que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foi</a:t>
            </a:r>
            <a:r>
              <a:rPr sz="3000" spc="-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feito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no 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período.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2513330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OKR</a:t>
            </a:r>
            <a:r>
              <a:rPr sz="3000" spc="-1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+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Gráfico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5850" b="0" dirty="0">
                <a:solidFill>
                  <a:srgbClr val="07073B"/>
                </a:solidFill>
                <a:latin typeface="Arial MT"/>
                <a:cs typeface="Arial MT"/>
              </a:rPr>
              <a:t>Seu</a:t>
            </a:r>
            <a:r>
              <a:rPr sz="5850" b="0" spc="-12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5850" b="0" spc="-35" dirty="0">
                <a:solidFill>
                  <a:srgbClr val="07073B"/>
                </a:solidFill>
                <a:latin typeface="Arial MT"/>
                <a:cs typeface="Arial MT"/>
              </a:rPr>
              <a:t>Título</a:t>
            </a:r>
            <a:endParaRPr sz="5850">
              <a:latin typeface="Arial MT"/>
              <a:cs typeface="Arial MT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016000" y="2836057"/>
            <a:ext cx="5298440" cy="882650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12700" marR="5080">
              <a:lnSpc>
                <a:spcPts val="3150"/>
              </a:lnSpc>
              <a:spcBef>
                <a:spcPts val="580"/>
              </a:spcBef>
            </a:pP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Ação/Descrição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do</a:t>
            </a:r>
            <a:r>
              <a:rPr sz="3000" spc="-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que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foi</a:t>
            </a:r>
            <a:r>
              <a:rPr sz="3000" spc="-5" dirty="0">
                <a:solidFill>
                  <a:srgbClr val="07073B"/>
                </a:solidFill>
                <a:latin typeface="Arial MT"/>
                <a:cs typeface="Arial MT"/>
              </a:rPr>
              <a:t> 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feito </a:t>
            </a:r>
            <a:r>
              <a:rPr sz="3000" dirty="0">
                <a:solidFill>
                  <a:srgbClr val="07073B"/>
                </a:solidFill>
                <a:latin typeface="Arial MT"/>
                <a:cs typeface="Arial MT"/>
              </a:rPr>
              <a:t>no </a:t>
            </a:r>
            <a:r>
              <a:rPr sz="3000" spc="-10" dirty="0">
                <a:solidFill>
                  <a:srgbClr val="07073B"/>
                </a:solidFill>
                <a:latin typeface="Arial MT"/>
                <a:cs typeface="Arial MT"/>
              </a:rPr>
              <a:t>período.</a:t>
            </a:r>
            <a:endParaRPr sz="300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0A0A3C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6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OBRIGADA!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69</Words>
  <Application>Microsoft Office PowerPoint</Application>
  <PresentationFormat>Personalizar</PresentationFormat>
  <Paragraphs>16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2" baseType="lpstr">
      <vt:lpstr>Arial</vt:lpstr>
      <vt:lpstr>Arial MT</vt:lpstr>
      <vt:lpstr>Office Theme</vt:lpstr>
      <vt:lpstr>Apresentação do PowerPoint</vt:lpstr>
      <vt:lpstr>Seu Título</vt:lpstr>
      <vt:lpstr>Seu Título</vt:lpstr>
      <vt:lpstr>Seu Título</vt:lpstr>
      <vt:lpstr>Seu Título</vt:lpstr>
      <vt:lpstr>Seu Título</vt:lpstr>
      <vt:lpstr>Seu Título</vt:lpstr>
      <vt:lpstr>Apresentação do PowerPoint</vt:lpstr>
      <vt:lpstr>OBRIGADA!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ApresentaçãoPadrãoPE</dc:title>
  <dc:creator>Maria Karolaine</dc:creator>
  <cp:keywords>DAGgNfIKBS8,BACpeTO2WNM,0</cp:keywords>
  <cp:lastModifiedBy>maria</cp:lastModifiedBy>
  <cp:revision>1</cp:revision>
  <dcterms:created xsi:type="dcterms:W3CDTF">2025-03-21T18:02:41Z</dcterms:created>
  <dcterms:modified xsi:type="dcterms:W3CDTF">2025-03-21T18:03:55Z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2025-03-21T00:00:00Z</vt:filetime>
  </property>
  <property fmtid="{D5CDD505-2E9C-101B-9397-08002B2CF9AE}" pid="3" name="Creator">
    <vt:lpwstr>Canva</vt:lpwstr>
  </property>
  <property fmtid="{D5CDD505-2E9C-101B-9397-08002B2CF9AE}" pid="4" name="LastSaved">
    <vt:filetime>2025-03-21T00:00:00Z</vt:filetime>
  </property>
  <property fmtid="{D5CDD505-2E9C-101B-9397-08002B2CF9AE}" pid="5" name="Producer">
    <vt:lpwstr>Canva</vt:lpwstr>
  </property>
</Properties>
</file>