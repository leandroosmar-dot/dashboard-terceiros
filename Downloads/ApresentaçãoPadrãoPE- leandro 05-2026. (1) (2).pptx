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drawings/drawing1.xml" ContentType="application/vnd.openxmlformats-officedocument.drawingml.chartshapes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drawings/drawing2.xml" ContentType="application/vnd.openxmlformats-officedocument.drawingml.chartshapes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drawings/drawing3.xml" ContentType="application/vnd.openxmlformats-officedocument.drawingml.chartshapes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drawings/drawing4.xml" ContentType="application/vnd.openxmlformats-officedocument.drawingml.chartshapes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drawings/drawing5.xml" ContentType="application/vnd.openxmlformats-officedocument.drawingml.chartshapes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drawings/drawing6.xml" ContentType="application/vnd.openxmlformats-officedocument.drawingml.chartshapes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drawings/drawing7.xml" ContentType="application/vnd.openxmlformats-officedocument.drawingml.chartshap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6"/>
  </p:notesMasterIdLst>
  <p:sldIdLst>
    <p:sldId id="256" r:id="rId2"/>
    <p:sldId id="285" r:id="rId3"/>
    <p:sldId id="318" r:id="rId4"/>
    <p:sldId id="304" r:id="rId5"/>
    <p:sldId id="310" r:id="rId6"/>
    <p:sldId id="307" r:id="rId7"/>
    <p:sldId id="306" r:id="rId8"/>
    <p:sldId id="315" r:id="rId9"/>
    <p:sldId id="316" r:id="rId10"/>
    <p:sldId id="317" r:id="rId11"/>
    <p:sldId id="311" r:id="rId12"/>
    <p:sldId id="312" r:id="rId13"/>
    <p:sldId id="314" r:id="rId14"/>
    <p:sldId id="313" r:id="rId15"/>
    <p:sldId id="298" r:id="rId16"/>
    <p:sldId id="301" r:id="rId17"/>
    <p:sldId id="289" r:id="rId18"/>
    <p:sldId id="280" r:id="rId19"/>
    <p:sldId id="296" r:id="rId20"/>
    <p:sldId id="281" r:id="rId21"/>
    <p:sldId id="297" r:id="rId22"/>
    <p:sldId id="300" r:id="rId23"/>
    <p:sldId id="302" r:id="rId24"/>
    <p:sldId id="264" r:id="rId25"/>
  </p:sldIdLst>
  <p:sldSz cx="18288000" cy="10287000"/>
  <p:notesSz cx="6858000" cy="9144000"/>
  <p:embeddedFontLst>
    <p:embeddedFont>
      <p:font typeface="Arial Bold" panose="020B0604020202020204" charset="0"/>
      <p:regular r:id="rId27"/>
    </p:embeddedFont>
    <p:embeddedFont>
      <p:font typeface="Calibri" panose="020F0502020204030204" pitchFamily="34" charset="0"/>
      <p:regular r:id="rId28"/>
      <p:bold r:id="rId29"/>
      <p:italic r:id="rId30"/>
      <p:boldItalic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22" autoAdjust="0"/>
  </p:normalViewPr>
  <p:slideViewPr>
    <p:cSldViewPr>
      <p:cViewPr varScale="1">
        <p:scale>
          <a:sx n="57" d="100"/>
          <a:sy n="57" d="100"/>
        </p:scale>
        <p:origin x="480" y="3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Relationship Id="rId4" Type="http://schemas.openxmlformats.org/officeDocument/2006/relationships/chartUserShapes" Target="../drawings/drawing1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Relationship Id="rId4" Type="http://schemas.openxmlformats.org/officeDocument/2006/relationships/chartUserShapes" Target="../drawings/drawing2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9.xml"/><Relationship Id="rId1" Type="http://schemas.microsoft.com/office/2011/relationships/chartStyle" Target="style9.xml"/><Relationship Id="rId4" Type="http://schemas.openxmlformats.org/officeDocument/2006/relationships/chartUserShapes" Target="../drawings/drawing3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10.xml"/><Relationship Id="rId1" Type="http://schemas.microsoft.com/office/2011/relationships/chartStyle" Target="style10.xml"/><Relationship Id="rId4" Type="http://schemas.openxmlformats.org/officeDocument/2006/relationships/chartUserShapes" Target="../drawings/drawing4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microsoft.com/office/2011/relationships/chartColorStyle" Target="colors11.xml"/><Relationship Id="rId1" Type="http://schemas.microsoft.com/office/2011/relationships/chartStyle" Target="style11.xml"/><Relationship Id="rId4" Type="http://schemas.openxmlformats.org/officeDocument/2006/relationships/chartUserShapes" Target="../drawings/drawing5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1.xlsx"/><Relationship Id="rId2" Type="http://schemas.microsoft.com/office/2011/relationships/chartColorStyle" Target="colors12.xml"/><Relationship Id="rId1" Type="http://schemas.microsoft.com/office/2011/relationships/chartStyle" Target="style12.xml"/><Relationship Id="rId4" Type="http://schemas.openxmlformats.org/officeDocument/2006/relationships/chartUserShapes" Target="../drawings/drawing6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2.xlsx"/><Relationship Id="rId2" Type="http://schemas.microsoft.com/office/2011/relationships/chartColorStyle" Target="colors13.xml"/><Relationship Id="rId1" Type="http://schemas.microsoft.com/office/2011/relationships/chartStyle" Target="style13.xml"/><Relationship Id="rId4" Type="http://schemas.openxmlformats.org/officeDocument/2006/relationships/chartUserShapes" Target="../drawings/drawing7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cap="all" spc="15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67 %  Atrasado / 33% Em andamento </a:t>
            </a:r>
          </a:p>
        </c:rich>
      </c:tx>
      <c:layout>
        <c:manualLayout>
          <c:xMode val="edge"/>
          <c:yMode val="edge"/>
          <c:x val="0.10565555555555556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cap="all" spc="15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0.18840108267716535"/>
          <c:y val="8.3953125000000003E-2"/>
          <c:w val="0.61069791666666662"/>
          <c:h val="0.91604687500000004"/>
        </c:manualLayout>
      </c:layout>
      <c:pieChart>
        <c:varyColors val="1"/>
        <c:dLbls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cap="all" spc="15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67 %  Atrasado / 33% Em andamento </a:t>
            </a:r>
          </a:p>
        </c:rich>
      </c:tx>
      <c:layout>
        <c:manualLayout>
          <c:xMode val="edge"/>
          <c:yMode val="edge"/>
          <c:x val="0.10565555555555556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cap="all" spc="15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0.18840108267716535"/>
          <c:y val="8.3953125000000003E-2"/>
          <c:w val="0.61069791666666662"/>
          <c:h val="0.91604687500000004"/>
        </c:manualLayout>
      </c:layout>
      <c:pieChart>
        <c:varyColors val="1"/>
        <c:dLbls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cap="all" spc="15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67 %  Atrasado / 33% Em andamento </a:t>
            </a:r>
          </a:p>
        </c:rich>
      </c:tx>
      <c:layout>
        <c:manualLayout>
          <c:xMode val="edge"/>
          <c:yMode val="edge"/>
          <c:x val="0.10565555555555556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cap="all" spc="15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0.18840108267716535"/>
          <c:y val="8.3953125000000003E-2"/>
          <c:w val="0.61069791666666662"/>
          <c:h val="0.91604687500000004"/>
        </c:manualLayout>
      </c:layout>
      <c:pieChart>
        <c:varyColors val="1"/>
        <c:dLbls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cap="all" spc="15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67 %  Atrasado / 33% Em andamento </a:t>
            </a:r>
          </a:p>
        </c:rich>
      </c:tx>
      <c:layout>
        <c:manualLayout>
          <c:xMode val="edge"/>
          <c:yMode val="edge"/>
          <c:x val="0.10565555555555556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cap="all" spc="15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0.18840108267716535"/>
          <c:y val="8.3953125000000003E-2"/>
          <c:w val="0.61069791666666662"/>
          <c:h val="0.91604687500000004"/>
        </c:manualLayout>
      </c:layout>
      <c:pieChart>
        <c:varyColors val="1"/>
        <c:dLbls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cap="all" spc="15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67 %  Atrasado / 33% Em andamento </a:t>
            </a:r>
          </a:p>
        </c:rich>
      </c:tx>
      <c:layout>
        <c:manualLayout>
          <c:xMode val="edge"/>
          <c:yMode val="edge"/>
          <c:x val="0.10565555555555556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cap="all" spc="15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0.18840108267716535"/>
          <c:y val="8.3953125000000003E-2"/>
          <c:w val="0.61069791666666662"/>
          <c:h val="0.91604687500000004"/>
        </c:manualLayout>
      </c:layout>
      <c:pieChart>
        <c:varyColors val="1"/>
        <c:dLbls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cap="all" spc="15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67 %  Atrasado / 33% Em andamento </a:t>
            </a:r>
          </a:p>
        </c:rich>
      </c:tx>
      <c:layout>
        <c:manualLayout>
          <c:xMode val="edge"/>
          <c:yMode val="edge"/>
          <c:x val="0.10565555555555556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cap="all" spc="15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0.18840108267716535"/>
          <c:y val="8.3953125000000003E-2"/>
          <c:w val="0.61069791666666662"/>
          <c:h val="0.91604687500000004"/>
        </c:manualLayout>
      </c:layout>
      <c:pieChart>
        <c:varyColors val="1"/>
        <c:dLbls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4400" b="1" dirty="0">
                <a:solidFill>
                  <a:schemeClr val="accent2"/>
                </a:solidFill>
              </a:rPr>
              <a:t>67</a:t>
            </a:r>
            <a:r>
              <a:rPr lang="en-US" sz="4400" b="1" baseline="0" dirty="0">
                <a:solidFill>
                  <a:schemeClr val="accent2"/>
                </a:solidFill>
              </a:rPr>
              <a:t> %  </a:t>
            </a:r>
            <a:r>
              <a:rPr lang="en-US" sz="4400" b="1" baseline="0" dirty="0" err="1">
                <a:solidFill>
                  <a:schemeClr val="accent2"/>
                </a:solidFill>
              </a:rPr>
              <a:t>Atrasado</a:t>
            </a:r>
            <a:r>
              <a:rPr lang="en-US" sz="4400" b="1" baseline="0" dirty="0">
                <a:solidFill>
                  <a:schemeClr val="accent2"/>
                </a:solidFill>
              </a:rPr>
              <a:t> </a:t>
            </a:r>
            <a:r>
              <a:rPr lang="en-US" sz="4400" b="1" baseline="0" dirty="0"/>
              <a:t>/ </a:t>
            </a:r>
            <a:r>
              <a:rPr lang="en-US" sz="4400" b="1" baseline="0" dirty="0">
                <a:solidFill>
                  <a:schemeClr val="accent1"/>
                </a:solidFill>
              </a:rPr>
              <a:t>33% </a:t>
            </a:r>
            <a:r>
              <a:rPr lang="en-US" sz="4400" b="1" baseline="0" dirty="0" err="1">
                <a:solidFill>
                  <a:schemeClr val="accent1"/>
                </a:solidFill>
              </a:rPr>
              <a:t>Em</a:t>
            </a:r>
            <a:r>
              <a:rPr lang="en-US" sz="4400" b="1" baseline="0" dirty="0">
                <a:solidFill>
                  <a:schemeClr val="accent1"/>
                </a:solidFill>
              </a:rPr>
              <a:t> </a:t>
            </a:r>
            <a:r>
              <a:rPr lang="en-US" sz="4400" b="1" baseline="0" dirty="0" err="1">
                <a:solidFill>
                  <a:schemeClr val="accent1"/>
                </a:solidFill>
              </a:rPr>
              <a:t>andamento</a:t>
            </a:r>
            <a:r>
              <a:rPr lang="en-US" sz="4400" b="1" baseline="0" dirty="0">
                <a:solidFill>
                  <a:schemeClr val="accent1"/>
                </a:solidFill>
              </a:rPr>
              <a:t> </a:t>
            </a:r>
            <a:endParaRPr lang="en-US" sz="4400" b="1" dirty="0">
              <a:solidFill>
                <a:schemeClr val="accent1"/>
              </a:solidFill>
            </a:endParaRPr>
          </a:p>
        </c:rich>
      </c:tx>
      <c:layout>
        <c:manualLayout>
          <c:xMode val="edge"/>
          <c:yMode val="edge"/>
          <c:x val="0.10565555555555556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0.18840108267716535"/>
          <c:y val="8.3953125000000003E-2"/>
          <c:w val="0.61069791666666662"/>
          <c:h val="0.91604687500000004"/>
        </c:manualLayout>
      </c:layout>
      <c:pie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  <c:userShapes r:id="rId4"/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4400" b="1" dirty="0">
                <a:solidFill>
                  <a:schemeClr val="accent2"/>
                </a:solidFill>
              </a:rPr>
              <a:t>67</a:t>
            </a:r>
            <a:r>
              <a:rPr lang="en-US" sz="4400" b="1" baseline="0" dirty="0">
                <a:solidFill>
                  <a:schemeClr val="accent2"/>
                </a:solidFill>
              </a:rPr>
              <a:t> %  </a:t>
            </a:r>
            <a:r>
              <a:rPr lang="en-US" sz="4400" b="1" baseline="0" dirty="0" err="1">
                <a:solidFill>
                  <a:schemeClr val="accent2"/>
                </a:solidFill>
              </a:rPr>
              <a:t>Atrasado</a:t>
            </a:r>
            <a:r>
              <a:rPr lang="en-US" sz="4400" b="1" baseline="0" dirty="0">
                <a:solidFill>
                  <a:schemeClr val="accent2"/>
                </a:solidFill>
              </a:rPr>
              <a:t> </a:t>
            </a:r>
            <a:r>
              <a:rPr lang="en-US" sz="4400" b="1" baseline="0" dirty="0"/>
              <a:t>/ </a:t>
            </a:r>
            <a:r>
              <a:rPr lang="en-US" sz="4400" b="1" baseline="0" dirty="0">
                <a:solidFill>
                  <a:schemeClr val="accent1"/>
                </a:solidFill>
              </a:rPr>
              <a:t>33% </a:t>
            </a:r>
            <a:r>
              <a:rPr lang="en-US" sz="4400" b="1" baseline="0" dirty="0" err="1">
                <a:solidFill>
                  <a:schemeClr val="accent1"/>
                </a:solidFill>
              </a:rPr>
              <a:t>Em</a:t>
            </a:r>
            <a:r>
              <a:rPr lang="en-US" sz="4400" b="1" baseline="0" dirty="0">
                <a:solidFill>
                  <a:schemeClr val="accent1"/>
                </a:solidFill>
              </a:rPr>
              <a:t> </a:t>
            </a:r>
            <a:r>
              <a:rPr lang="en-US" sz="4400" b="1" baseline="0" dirty="0" err="1">
                <a:solidFill>
                  <a:schemeClr val="accent1"/>
                </a:solidFill>
              </a:rPr>
              <a:t>andamento</a:t>
            </a:r>
            <a:r>
              <a:rPr lang="en-US" sz="4400" b="1" baseline="0" dirty="0">
                <a:solidFill>
                  <a:schemeClr val="accent1"/>
                </a:solidFill>
              </a:rPr>
              <a:t> </a:t>
            </a:r>
            <a:endParaRPr lang="en-US" sz="4400" b="1" dirty="0">
              <a:solidFill>
                <a:schemeClr val="accent1"/>
              </a:solidFill>
            </a:endParaRPr>
          </a:p>
        </c:rich>
      </c:tx>
      <c:layout>
        <c:manualLayout>
          <c:xMode val="edge"/>
          <c:yMode val="edge"/>
          <c:x val="0.10565555555555556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0.18840108267716535"/>
          <c:y val="8.3953125000000003E-2"/>
          <c:w val="0.61069791666666662"/>
          <c:h val="0.91604687500000004"/>
        </c:manualLayout>
      </c:layout>
      <c:pie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  <c:userShapes r:id="rId4"/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4400" b="1" dirty="0">
                <a:solidFill>
                  <a:schemeClr val="accent2"/>
                </a:solidFill>
              </a:rPr>
              <a:t>67</a:t>
            </a:r>
            <a:r>
              <a:rPr lang="en-US" sz="4400" b="1" baseline="0" dirty="0">
                <a:solidFill>
                  <a:schemeClr val="accent2"/>
                </a:solidFill>
              </a:rPr>
              <a:t> %  </a:t>
            </a:r>
            <a:r>
              <a:rPr lang="en-US" sz="4400" b="1" baseline="0" dirty="0" err="1">
                <a:solidFill>
                  <a:schemeClr val="accent2"/>
                </a:solidFill>
              </a:rPr>
              <a:t>Atrasado</a:t>
            </a:r>
            <a:r>
              <a:rPr lang="en-US" sz="4400" b="1" baseline="0" dirty="0">
                <a:solidFill>
                  <a:schemeClr val="accent2"/>
                </a:solidFill>
              </a:rPr>
              <a:t> </a:t>
            </a:r>
            <a:r>
              <a:rPr lang="en-US" sz="4400" b="1" baseline="0" dirty="0"/>
              <a:t>/ </a:t>
            </a:r>
            <a:r>
              <a:rPr lang="en-US" sz="4400" b="1" baseline="0" dirty="0">
                <a:solidFill>
                  <a:schemeClr val="accent1"/>
                </a:solidFill>
              </a:rPr>
              <a:t>33% </a:t>
            </a:r>
            <a:r>
              <a:rPr lang="en-US" sz="4400" b="1" baseline="0" dirty="0" err="1">
                <a:solidFill>
                  <a:schemeClr val="accent1"/>
                </a:solidFill>
              </a:rPr>
              <a:t>Em</a:t>
            </a:r>
            <a:r>
              <a:rPr lang="en-US" sz="4400" b="1" baseline="0" dirty="0">
                <a:solidFill>
                  <a:schemeClr val="accent1"/>
                </a:solidFill>
              </a:rPr>
              <a:t> </a:t>
            </a:r>
            <a:r>
              <a:rPr lang="en-US" sz="4400" b="1" baseline="0" dirty="0" err="1">
                <a:solidFill>
                  <a:schemeClr val="accent1"/>
                </a:solidFill>
              </a:rPr>
              <a:t>andamento</a:t>
            </a:r>
            <a:r>
              <a:rPr lang="en-US" sz="4400" b="1" baseline="0" dirty="0">
                <a:solidFill>
                  <a:schemeClr val="accent1"/>
                </a:solidFill>
              </a:rPr>
              <a:t> </a:t>
            </a:r>
            <a:endParaRPr lang="en-US" sz="4400" b="1" dirty="0">
              <a:solidFill>
                <a:schemeClr val="accent1"/>
              </a:solidFill>
            </a:endParaRPr>
          </a:p>
        </c:rich>
      </c:tx>
      <c:layout>
        <c:manualLayout>
          <c:xMode val="edge"/>
          <c:yMode val="edge"/>
          <c:x val="0.10565555555555556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0.18840108267716535"/>
          <c:y val="8.3953125000000003E-2"/>
          <c:w val="0.61069791666666662"/>
          <c:h val="0.91604687500000004"/>
        </c:manualLayout>
      </c:layout>
      <c:pie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  <c:userShapes r:id="rId4"/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4400" b="1" dirty="0">
                <a:solidFill>
                  <a:schemeClr val="accent2"/>
                </a:solidFill>
              </a:rPr>
              <a:t>67</a:t>
            </a:r>
            <a:r>
              <a:rPr lang="en-US" sz="4400" b="1" baseline="0" dirty="0">
                <a:solidFill>
                  <a:schemeClr val="accent2"/>
                </a:solidFill>
              </a:rPr>
              <a:t> %  </a:t>
            </a:r>
            <a:r>
              <a:rPr lang="en-US" sz="4400" b="1" baseline="0" dirty="0" err="1">
                <a:solidFill>
                  <a:schemeClr val="accent2"/>
                </a:solidFill>
              </a:rPr>
              <a:t>Atrasado</a:t>
            </a:r>
            <a:r>
              <a:rPr lang="en-US" sz="4400" b="1" baseline="0" dirty="0">
                <a:solidFill>
                  <a:schemeClr val="accent2"/>
                </a:solidFill>
              </a:rPr>
              <a:t> </a:t>
            </a:r>
            <a:r>
              <a:rPr lang="en-US" sz="4400" b="1" baseline="0" dirty="0"/>
              <a:t>/ </a:t>
            </a:r>
            <a:r>
              <a:rPr lang="en-US" sz="4400" b="1" baseline="0" dirty="0">
                <a:solidFill>
                  <a:schemeClr val="accent1"/>
                </a:solidFill>
              </a:rPr>
              <a:t>33% </a:t>
            </a:r>
            <a:r>
              <a:rPr lang="en-US" sz="4400" b="1" baseline="0" dirty="0" err="1">
                <a:solidFill>
                  <a:schemeClr val="accent1"/>
                </a:solidFill>
              </a:rPr>
              <a:t>Em</a:t>
            </a:r>
            <a:r>
              <a:rPr lang="en-US" sz="4400" b="1" baseline="0" dirty="0">
                <a:solidFill>
                  <a:schemeClr val="accent1"/>
                </a:solidFill>
              </a:rPr>
              <a:t> </a:t>
            </a:r>
            <a:r>
              <a:rPr lang="en-US" sz="4400" b="1" baseline="0" dirty="0" err="1">
                <a:solidFill>
                  <a:schemeClr val="accent1"/>
                </a:solidFill>
              </a:rPr>
              <a:t>andamento</a:t>
            </a:r>
            <a:r>
              <a:rPr lang="en-US" sz="4400" b="1" baseline="0" dirty="0">
                <a:solidFill>
                  <a:schemeClr val="accent1"/>
                </a:solidFill>
              </a:rPr>
              <a:t> </a:t>
            </a:r>
            <a:endParaRPr lang="en-US" sz="4400" b="1" dirty="0">
              <a:solidFill>
                <a:schemeClr val="accent1"/>
              </a:solidFill>
            </a:endParaRPr>
          </a:p>
        </c:rich>
      </c:tx>
      <c:layout>
        <c:manualLayout>
          <c:xMode val="edge"/>
          <c:yMode val="edge"/>
          <c:x val="0.10565555555555556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0.18840108267716535"/>
          <c:y val="8.3953125000000003E-2"/>
          <c:w val="0.61069791666666662"/>
          <c:h val="0.91604687500000004"/>
        </c:manualLayout>
      </c:layout>
      <c:pie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  <c:userShapes r:id="rId4"/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4400" b="1" dirty="0">
                <a:solidFill>
                  <a:schemeClr val="accent2"/>
                </a:solidFill>
              </a:rPr>
              <a:t>67</a:t>
            </a:r>
            <a:r>
              <a:rPr lang="en-US" sz="4400" b="1" baseline="0" dirty="0">
                <a:solidFill>
                  <a:schemeClr val="accent2"/>
                </a:solidFill>
              </a:rPr>
              <a:t> %  </a:t>
            </a:r>
            <a:r>
              <a:rPr lang="en-US" sz="4400" b="1" baseline="0" dirty="0" err="1">
                <a:solidFill>
                  <a:schemeClr val="accent2"/>
                </a:solidFill>
              </a:rPr>
              <a:t>Atrasado</a:t>
            </a:r>
            <a:r>
              <a:rPr lang="en-US" sz="4400" b="1" baseline="0" dirty="0">
                <a:solidFill>
                  <a:schemeClr val="accent2"/>
                </a:solidFill>
              </a:rPr>
              <a:t> </a:t>
            </a:r>
            <a:r>
              <a:rPr lang="en-US" sz="4400" b="1" baseline="0" dirty="0"/>
              <a:t>/ </a:t>
            </a:r>
            <a:r>
              <a:rPr lang="en-US" sz="4400" b="1" baseline="0" dirty="0">
                <a:solidFill>
                  <a:schemeClr val="accent1"/>
                </a:solidFill>
              </a:rPr>
              <a:t>33% </a:t>
            </a:r>
            <a:r>
              <a:rPr lang="en-US" sz="4400" b="1" baseline="0" dirty="0" err="1">
                <a:solidFill>
                  <a:schemeClr val="accent1"/>
                </a:solidFill>
              </a:rPr>
              <a:t>Em</a:t>
            </a:r>
            <a:r>
              <a:rPr lang="en-US" sz="4400" b="1" baseline="0" dirty="0">
                <a:solidFill>
                  <a:schemeClr val="accent1"/>
                </a:solidFill>
              </a:rPr>
              <a:t> </a:t>
            </a:r>
            <a:r>
              <a:rPr lang="en-US" sz="4400" b="1" baseline="0" dirty="0" err="1">
                <a:solidFill>
                  <a:schemeClr val="accent1"/>
                </a:solidFill>
              </a:rPr>
              <a:t>andamento</a:t>
            </a:r>
            <a:r>
              <a:rPr lang="en-US" sz="4400" b="1" baseline="0" dirty="0">
                <a:solidFill>
                  <a:schemeClr val="accent1"/>
                </a:solidFill>
              </a:rPr>
              <a:t> </a:t>
            </a:r>
            <a:endParaRPr lang="en-US" sz="4400" b="1" dirty="0">
              <a:solidFill>
                <a:schemeClr val="accent1"/>
              </a:solidFill>
            </a:endParaRPr>
          </a:p>
        </c:rich>
      </c:tx>
      <c:layout>
        <c:manualLayout>
          <c:xMode val="edge"/>
          <c:yMode val="edge"/>
          <c:x val="0.10565555555555556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0.18840108267716535"/>
          <c:y val="8.3953125000000003E-2"/>
          <c:w val="0.61069791666666662"/>
          <c:h val="0.91604687500000004"/>
        </c:manualLayout>
      </c:layout>
      <c:pie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 algn="just">
        <a:defRPr/>
      </a:pPr>
      <a:endParaRPr lang="pt-BR"/>
    </a:p>
  </c:txPr>
  <c:externalData r:id="rId3">
    <c:autoUpdate val="0"/>
  </c:externalData>
  <c:userShapes r:id="rId4"/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4400" b="1" dirty="0">
                <a:solidFill>
                  <a:schemeClr val="accent2"/>
                </a:solidFill>
              </a:rPr>
              <a:t>67</a:t>
            </a:r>
            <a:r>
              <a:rPr lang="en-US" sz="4400" b="1" baseline="0" dirty="0">
                <a:solidFill>
                  <a:schemeClr val="accent2"/>
                </a:solidFill>
              </a:rPr>
              <a:t> %  </a:t>
            </a:r>
            <a:r>
              <a:rPr lang="en-US" sz="4400" b="1" baseline="0" dirty="0" err="1">
                <a:solidFill>
                  <a:schemeClr val="accent2"/>
                </a:solidFill>
              </a:rPr>
              <a:t>Atrasado</a:t>
            </a:r>
            <a:r>
              <a:rPr lang="en-US" sz="4400" b="1" baseline="0" dirty="0">
                <a:solidFill>
                  <a:schemeClr val="accent2"/>
                </a:solidFill>
              </a:rPr>
              <a:t> </a:t>
            </a:r>
            <a:r>
              <a:rPr lang="en-US" sz="4400" b="1" baseline="0" dirty="0"/>
              <a:t>/ </a:t>
            </a:r>
            <a:r>
              <a:rPr lang="en-US" sz="4400" b="1" baseline="0" dirty="0">
                <a:solidFill>
                  <a:schemeClr val="accent1"/>
                </a:solidFill>
              </a:rPr>
              <a:t>33% </a:t>
            </a:r>
            <a:r>
              <a:rPr lang="en-US" sz="4400" b="1" baseline="0" dirty="0" err="1">
                <a:solidFill>
                  <a:schemeClr val="accent1"/>
                </a:solidFill>
              </a:rPr>
              <a:t>Em</a:t>
            </a:r>
            <a:r>
              <a:rPr lang="en-US" sz="4400" b="1" baseline="0" dirty="0">
                <a:solidFill>
                  <a:schemeClr val="accent1"/>
                </a:solidFill>
              </a:rPr>
              <a:t> </a:t>
            </a:r>
            <a:r>
              <a:rPr lang="en-US" sz="4400" b="1" baseline="0" dirty="0" err="1">
                <a:solidFill>
                  <a:schemeClr val="accent1"/>
                </a:solidFill>
              </a:rPr>
              <a:t>andamento</a:t>
            </a:r>
            <a:r>
              <a:rPr lang="en-US" sz="4400" b="1" baseline="0" dirty="0">
                <a:solidFill>
                  <a:schemeClr val="accent1"/>
                </a:solidFill>
              </a:rPr>
              <a:t> </a:t>
            </a:r>
            <a:endParaRPr lang="en-US" sz="4400" b="1" dirty="0">
              <a:solidFill>
                <a:schemeClr val="accent1"/>
              </a:solidFill>
            </a:endParaRPr>
          </a:p>
        </c:rich>
      </c:tx>
      <c:layout>
        <c:manualLayout>
          <c:xMode val="edge"/>
          <c:yMode val="edge"/>
          <c:x val="0.10565555555555556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0.18840108267716535"/>
          <c:y val="8.3953125000000003E-2"/>
          <c:w val="0.61069791666666662"/>
          <c:h val="0.91604687500000004"/>
        </c:manualLayout>
      </c:layout>
      <c:pie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 algn="just">
        <a:defRPr/>
      </a:pPr>
      <a:endParaRPr lang="pt-BR"/>
    </a:p>
  </c:txPr>
  <c:externalData r:id="rId3">
    <c:autoUpdate val="0"/>
  </c:externalData>
  <c:userShapes r:id="rId4"/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4400" b="1" dirty="0">
                <a:solidFill>
                  <a:schemeClr val="accent2"/>
                </a:solidFill>
              </a:rPr>
              <a:t>67</a:t>
            </a:r>
            <a:r>
              <a:rPr lang="en-US" sz="4400" b="1" baseline="0" dirty="0">
                <a:solidFill>
                  <a:schemeClr val="accent2"/>
                </a:solidFill>
              </a:rPr>
              <a:t> %  </a:t>
            </a:r>
            <a:r>
              <a:rPr lang="en-US" sz="4400" b="1" baseline="0" dirty="0" err="1">
                <a:solidFill>
                  <a:schemeClr val="accent2"/>
                </a:solidFill>
              </a:rPr>
              <a:t>Atrasado</a:t>
            </a:r>
            <a:r>
              <a:rPr lang="en-US" sz="4400" b="1" baseline="0" dirty="0">
                <a:solidFill>
                  <a:schemeClr val="accent2"/>
                </a:solidFill>
              </a:rPr>
              <a:t> </a:t>
            </a:r>
            <a:r>
              <a:rPr lang="en-US" sz="4400" b="1" baseline="0" dirty="0"/>
              <a:t>/ </a:t>
            </a:r>
            <a:r>
              <a:rPr lang="en-US" sz="4400" b="1" baseline="0" dirty="0">
                <a:solidFill>
                  <a:schemeClr val="accent1"/>
                </a:solidFill>
              </a:rPr>
              <a:t>33% </a:t>
            </a:r>
            <a:r>
              <a:rPr lang="en-US" sz="4400" b="1" baseline="0" dirty="0" err="1">
                <a:solidFill>
                  <a:schemeClr val="accent1"/>
                </a:solidFill>
              </a:rPr>
              <a:t>Em</a:t>
            </a:r>
            <a:r>
              <a:rPr lang="en-US" sz="4400" b="1" baseline="0" dirty="0">
                <a:solidFill>
                  <a:schemeClr val="accent1"/>
                </a:solidFill>
              </a:rPr>
              <a:t> </a:t>
            </a:r>
            <a:r>
              <a:rPr lang="en-US" sz="4400" b="1" baseline="0" dirty="0" err="1">
                <a:solidFill>
                  <a:schemeClr val="accent1"/>
                </a:solidFill>
              </a:rPr>
              <a:t>andamento</a:t>
            </a:r>
            <a:r>
              <a:rPr lang="en-US" sz="4400" b="1" baseline="0" dirty="0">
                <a:solidFill>
                  <a:schemeClr val="accent1"/>
                </a:solidFill>
              </a:rPr>
              <a:t> </a:t>
            </a:r>
            <a:endParaRPr lang="en-US" sz="4400" b="1" dirty="0">
              <a:solidFill>
                <a:schemeClr val="accent1"/>
              </a:solidFill>
            </a:endParaRPr>
          </a:p>
        </c:rich>
      </c:tx>
      <c:layout>
        <c:manualLayout>
          <c:xMode val="edge"/>
          <c:yMode val="edge"/>
          <c:x val="0.10565555555555556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0.18840108267716535"/>
          <c:y val="8.3953125000000003E-2"/>
          <c:w val="0.61069791666666662"/>
          <c:h val="0.91604687500000004"/>
        </c:manualLayout>
      </c:layout>
      <c:pie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 algn="just">
        <a:defRPr/>
      </a:pPr>
      <a:endParaRPr lang="pt-BR"/>
    </a:p>
  </c:txPr>
  <c:externalData r:id="rId3">
    <c:autoUpdate val="0"/>
  </c:externalData>
  <c:userShapes r:id="rId4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9050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>
      <cs:styleClr val="auto"/>
    </cs:effectRef>
    <cs:fontRef idx="minor">
      <a:schemeClr val="dk1"/>
    </cs:fontRef>
    <cs:spPr>
      <a:pattFill prst="ltUpDiag">
        <a:fgClr>
          <a:schemeClr val="phClr"/>
        </a:fgClr>
        <a:bgClr>
          <a:schemeClr val="phClr">
            <a:lumMod val="20000"/>
            <a:lumOff val="80000"/>
          </a:schemeClr>
        </a:bgClr>
      </a:pattFill>
      <a:ln w="19050">
        <a:solidFill>
          <a:schemeClr val="lt1"/>
        </a:solidFill>
      </a:ln>
      <a:effectLst>
        <a:innerShdw blurRad="114300">
          <a:schemeClr val="phClr"/>
        </a:inn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phClr">
            <a:lumMod val="20000"/>
            <a:lumOff val="80000"/>
          </a:schemeClr>
        </a:bgClr>
      </a:pattFill>
      <a:ln w="19050">
        <a:solidFill>
          <a:schemeClr val="lt1"/>
        </a:solidFill>
      </a:ln>
      <a:effectLst>
        <a:innerShdw blurRad="114300">
          <a:schemeClr val="phClr"/>
        </a:inn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tx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2200" b="1" kern="1200" cap="all" spc="1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5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9050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>
      <cs:styleClr val="auto"/>
    </cs:effectRef>
    <cs:fontRef idx="minor">
      <a:schemeClr val="dk1"/>
    </cs:fontRef>
    <cs:spPr>
      <a:pattFill prst="ltUpDiag">
        <a:fgClr>
          <a:schemeClr val="phClr"/>
        </a:fgClr>
        <a:bgClr>
          <a:schemeClr val="phClr">
            <a:lumMod val="20000"/>
            <a:lumOff val="80000"/>
          </a:schemeClr>
        </a:bgClr>
      </a:pattFill>
      <a:ln w="19050">
        <a:solidFill>
          <a:schemeClr val="lt1"/>
        </a:solidFill>
      </a:ln>
      <a:effectLst>
        <a:innerShdw blurRad="114300">
          <a:schemeClr val="phClr"/>
        </a:inn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phClr">
            <a:lumMod val="20000"/>
            <a:lumOff val="80000"/>
          </a:schemeClr>
        </a:bgClr>
      </a:pattFill>
      <a:ln w="19050">
        <a:solidFill>
          <a:schemeClr val="lt1"/>
        </a:solidFill>
      </a:ln>
      <a:effectLst>
        <a:innerShdw blurRad="114300">
          <a:schemeClr val="phClr"/>
        </a:inn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tx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2200" b="1" kern="1200" cap="all" spc="1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5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9050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>
      <cs:styleClr val="auto"/>
    </cs:effectRef>
    <cs:fontRef idx="minor">
      <a:schemeClr val="dk1"/>
    </cs:fontRef>
    <cs:spPr>
      <a:pattFill prst="ltUpDiag">
        <a:fgClr>
          <a:schemeClr val="phClr"/>
        </a:fgClr>
        <a:bgClr>
          <a:schemeClr val="phClr">
            <a:lumMod val="20000"/>
            <a:lumOff val="80000"/>
          </a:schemeClr>
        </a:bgClr>
      </a:pattFill>
      <a:ln w="19050">
        <a:solidFill>
          <a:schemeClr val="lt1"/>
        </a:solidFill>
      </a:ln>
      <a:effectLst>
        <a:innerShdw blurRad="114300">
          <a:schemeClr val="phClr"/>
        </a:inn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phClr">
            <a:lumMod val="20000"/>
            <a:lumOff val="80000"/>
          </a:schemeClr>
        </a:bgClr>
      </a:pattFill>
      <a:ln w="19050">
        <a:solidFill>
          <a:schemeClr val="lt1"/>
        </a:solidFill>
      </a:ln>
      <a:effectLst>
        <a:innerShdw blurRad="114300">
          <a:schemeClr val="phClr"/>
        </a:inn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tx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2200" b="1" kern="1200" cap="all" spc="1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5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9050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>
      <cs:styleClr val="auto"/>
    </cs:effectRef>
    <cs:fontRef idx="minor">
      <a:schemeClr val="dk1"/>
    </cs:fontRef>
    <cs:spPr>
      <a:pattFill prst="ltUpDiag">
        <a:fgClr>
          <a:schemeClr val="phClr"/>
        </a:fgClr>
        <a:bgClr>
          <a:schemeClr val="phClr">
            <a:lumMod val="20000"/>
            <a:lumOff val="80000"/>
          </a:schemeClr>
        </a:bgClr>
      </a:pattFill>
      <a:ln w="19050">
        <a:solidFill>
          <a:schemeClr val="lt1"/>
        </a:solidFill>
      </a:ln>
      <a:effectLst>
        <a:innerShdw blurRad="114300">
          <a:schemeClr val="phClr"/>
        </a:inn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phClr">
            <a:lumMod val="20000"/>
            <a:lumOff val="80000"/>
          </a:schemeClr>
        </a:bgClr>
      </a:pattFill>
      <a:ln w="19050">
        <a:solidFill>
          <a:schemeClr val="lt1"/>
        </a:solidFill>
      </a:ln>
      <a:effectLst>
        <a:innerShdw blurRad="114300">
          <a:schemeClr val="phClr"/>
        </a:inn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tx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2200" b="1" kern="1200" cap="all" spc="1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5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9050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>
      <cs:styleClr val="auto"/>
    </cs:effectRef>
    <cs:fontRef idx="minor">
      <a:schemeClr val="dk1"/>
    </cs:fontRef>
    <cs:spPr>
      <a:pattFill prst="ltUpDiag">
        <a:fgClr>
          <a:schemeClr val="phClr"/>
        </a:fgClr>
        <a:bgClr>
          <a:schemeClr val="phClr">
            <a:lumMod val="20000"/>
            <a:lumOff val="80000"/>
          </a:schemeClr>
        </a:bgClr>
      </a:pattFill>
      <a:ln w="19050">
        <a:solidFill>
          <a:schemeClr val="lt1"/>
        </a:solidFill>
      </a:ln>
      <a:effectLst>
        <a:innerShdw blurRad="114300">
          <a:schemeClr val="phClr"/>
        </a:inn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phClr">
            <a:lumMod val="20000"/>
            <a:lumOff val="80000"/>
          </a:schemeClr>
        </a:bgClr>
      </a:pattFill>
      <a:ln w="19050">
        <a:solidFill>
          <a:schemeClr val="lt1"/>
        </a:solidFill>
      </a:ln>
      <a:effectLst>
        <a:innerShdw blurRad="114300">
          <a:schemeClr val="phClr"/>
        </a:inn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tx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2200" b="1" kern="1200" cap="all" spc="1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25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9050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>
      <cs:styleClr val="auto"/>
    </cs:effectRef>
    <cs:fontRef idx="minor">
      <a:schemeClr val="dk1"/>
    </cs:fontRef>
    <cs:spPr>
      <a:pattFill prst="ltUpDiag">
        <a:fgClr>
          <a:schemeClr val="phClr"/>
        </a:fgClr>
        <a:bgClr>
          <a:schemeClr val="phClr">
            <a:lumMod val="20000"/>
            <a:lumOff val="80000"/>
          </a:schemeClr>
        </a:bgClr>
      </a:pattFill>
      <a:ln w="19050">
        <a:solidFill>
          <a:schemeClr val="lt1"/>
        </a:solidFill>
      </a:ln>
      <a:effectLst>
        <a:innerShdw blurRad="114300">
          <a:schemeClr val="phClr"/>
        </a:inn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phClr">
            <a:lumMod val="20000"/>
            <a:lumOff val="80000"/>
          </a:schemeClr>
        </a:bgClr>
      </a:pattFill>
      <a:ln w="19050">
        <a:solidFill>
          <a:schemeClr val="lt1"/>
        </a:solidFill>
      </a:ln>
      <a:effectLst>
        <a:innerShdw blurRad="114300">
          <a:schemeClr val="phClr"/>
        </a:inn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tx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2200" b="1" kern="1200" cap="all" spc="1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7.png"/></Relationships>
</file>

<file path=ppt/drawings/_rels/drawing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8.png"/></Relationships>
</file>

<file path=ppt/drawings/_rels/drawing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9.png"/></Relationships>
</file>

<file path=ppt/drawings/_rels/drawing4.xml.rels><?xml version="1.0" encoding="UTF-8" standalone="yes"?>
<Relationships xmlns="http://schemas.openxmlformats.org/package/2006/relationships"><Relationship Id="rId1" Type="http://schemas.openxmlformats.org/officeDocument/2006/relationships/image" Target="../media/image20.png"/></Relationships>
</file>

<file path=ppt/drawings/_rels/drawing5.xml.rels><?xml version="1.0" encoding="UTF-8" standalone="yes"?>
<Relationships xmlns="http://schemas.openxmlformats.org/package/2006/relationships"><Relationship Id="rId1" Type="http://schemas.openxmlformats.org/officeDocument/2006/relationships/image" Target="../media/image21.png"/></Relationships>
</file>

<file path=ppt/drawings/_rels/drawing6.xml.rels><?xml version="1.0" encoding="UTF-8" standalone="yes"?>
<Relationships xmlns="http://schemas.openxmlformats.org/package/2006/relationships"><Relationship Id="rId1" Type="http://schemas.openxmlformats.org/officeDocument/2006/relationships/image" Target="../media/image22.png"/></Relationships>
</file>

<file path=ppt/drawings/_rels/drawing7.xml.rels><?xml version="1.0" encoding="UTF-8" standalone="yes"?>
<Relationships xmlns="http://schemas.openxmlformats.org/package/2006/relationships"><Relationship Id="rId1" Type="http://schemas.openxmlformats.org/officeDocument/2006/relationships/image" Target="../media/image23.png"/></Relationships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</cdr:x>
      <cdr:y>0</cdr:y>
    </cdr:from>
    <cdr:to>
      <cdr:x>0.95085</cdr:x>
      <cdr:y>0.92871</cdr:y>
    </cdr:to>
    <cdr:pic>
      <cdr:nvPicPr>
        <cdr:cNvPr id="3" name="chart">
          <a:extLst xmlns:a="http://schemas.openxmlformats.org/drawingml/2006/main">
            <a:ext uri="{FF2B5EF4-FFF2-40B4-BE49-F238E27FC236}">
              <a16:creationId xmlns:a16="http://schemas.microsoft.com/office/drawing/2014/main" id="{5779F56C-8690-4AC4-902E-C8C479F47738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0" y="0"/>
          <a:ext cx="18364216" cy="7321042"/>
        </a:xfrm>
        <a:prstGeom xmlns:a="http://schemas.openxmlformats.org/drawingml/2006/main" prst="rect">
          <a:avLst/>
        </a:prstGeom>
      </cdr:spPr>
    </cdr:pic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0.04848</cdr:x>
      <cdr:y>0.04453</cdr:y>
    </cdr:from>
    <cdr:to>
      <cdr:x>0.91603</cdr:x>
      <cdr:y>1</cdr:y>
    </cdr:to>
    <cdr:pic>
      <cdr:nvPicPr>
        <cdr:cNvPr id="2" name="chart">
          <a:extLst xmlns:a="http://schemas.openxmlformats.org/drawingml/2006/main">
            <a:ext uri="{FF2B5EF4-FFF2-40B4-BE49-F238E27FC236}">
              <a16:creationId xmlns:a16="http://schemas.microsoft.com/office/drawing/2014/main" id="{EF2A27A9-A16D-430D-A666-00081B115BC8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967930" y="348331"/>
          <a:ext cx="17320070" cy="7473942"/>
        </a:xfrm>
        <a:prstGeom xmlns:a="http://schemas.openxmlformats.org/drawingml/2006/main" prst="rect">
          <a:avLst/>
        </a:prstGeom>
      </cdr:spPr>
    </cdr:pic>
  </cdr:relSizeAnchor>
</c:userShapes>
</file>

<file path=ppt/drawings/drawing3.xml><?xml version="1.0" encoding="utf-8"?>
<c:userShapes xmlns:c="http://schemas.openxmlformats.org/drawingml/2006/chart">
  <cdr:relSizeAnchor xmlns:cdr="http://schemas.openxmlformats.org/drawingml/2006/chartDrawing">
    <cdr:from>
      <cdr:x>0</cdr:x>
      <cdr:y>0</cdr:y>
    </cdr:from>
    <cdr:to>
      <cdr:x>0.98953</cdr:x>
      <cdr:y>0.96759</cdr:y>
    </cdr:to>
    <cdr:pic>
      <cdr:nvPicPr>
        <cdr:cNvPr id="3" name="chart">
          <a:extLst xmlns:a="http://schemas.openxmlformats.org/drawingml/2006/main">
            <a:ext uri="{FF2B5EF4-FFF2-40B4-BE49-F238E27FC236}">
              <a16:creationId xmlns:a16="http://schemas.microsoft.com/office/drawing/2014/main" id="{CAE298C4-0384-4F01-B655-AEA467E5E022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0" y="0"/>
          <a:ext cx="17695709" cy="7568736"/>
        </a:xfrm>
        <a:prstGeom xmlns:a="http://schemas.openxmlformats.org/drawingml/2006/main" prst="rect">
          <a:avLst/>
        </a:prstGeom>
      </cdr:spPr>
    </cdr:pic>
  </cdr:relSizeAnchor>
</c:userShapes>
</file>

<file path=ppt/drawings/drawing4.xml><?xml version="1.0" encoding="utf-8"?>
<c:userShapes xmlns:c="http://schemas.openxmlformats.org/drawingml/2006/chart">
  <cdr:relSizeAnchor xmlns:cdr="http://schemas.openxmlformats.org/drawingml/2006/chartDrawing">
    <cdr:from>
      <cdr:x>0</cdr:x>
      <cdr:y>0</cdr:y>
    </cdr:from>
    <cdr:to>
      <cdr:x>1</cdr:x>
      <cdr:y>1</cdr:y>
    </cdr:to>
    <cdr:pic>
      <cdr:nvPicPr>
        <cdr:cNvPr id="2" name="chart">
          <a:extLst xmlns:a="http://schemas.openxmlformats.org/drawingml/2006/main">
            <a:ext uri="{FF2B5EF4-FFF2-40B4-BE49-F238E27FC236}">
              <a16:creationId xmlns:a16="http://schemas.microsoft.com/office/drawing/2014/main" id="{F0F3B200-5ECC-4020-9C81-A775FD30B7B1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0" y="0"/>
          <a:ext cx="15041968" cy="7197217"/>
        </a:xfrm>
        <a:prstGeom xmlns:a="http://schemas.openxmlformats.org/drawingml/2006/main" prst="rect">
          <a:avLst/>
        </a:prstGeom>
      </cdr:spPr>
    </cdr:pic>
  </cdr:relSizeAnchor>
</c:userShapes>
</file>

<file path=ppt/drawings/drawing5.xml><?xml version="1.0" encoding="utf-8"?>
<c:userShapes xmlns:c="http://schemas.openxmlformats.org/drawingml/2006/chart">
  <cdr:relSizeAnchor xmlns:cdr="http://schemas.openxmlformats.org/drawingml/2006/chartDrawing">
    <cdr:from>
      <cdr:x>0</cdr:x>
      <cdr:y>0.14771</cdr:y>
    </cdr:from>
    <cdr:to>
      <cdr:x>1</cdr:x>
      <cdr:y>0.50107</cdr:y>
    </cdr:to>
    <cdr:sp macro="" textlink="">
      <cdr:nvSpPr>
        <cdr:cNvPr id="3" name="CaixaDeTexto 2">
          <a:extLst xmlns:a="http://schemas.openxmlformats.org/drawingml/2006/main">
            <a:ext uri="{FF2B5EF4-FFF2-40B4-BE49-F238E27FC236}">
              <a16:creationId xmlns:a16="http://schemas.microsoft.com/office/drawing/2014/main" id="{D09CBE3C-0DBC-406C-BA3E-7A65FE9DD567}"/>
            </a:ext>
          </a:extLst>
        </cdr:cNvPr>
        <cdr:cNvSpPr txBox="1"/>
      </cdr:nvSpPr>
      <cdr:spPr>
        <a:xfrm xmlns:a="http://schemas.openxmlformats.org/drawingml/2006/main">
          <a:off x="0" y="1063128"/>
          <a:ext cx="17810812" cy="2543207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endParaRPr lang="pt-BR" sz="2800" dirty="0"/>
        </a:p>
      </cdr:txBody>
    </cdr:sp>
  </cdr:relSizeAnchor>
  <cdr:relSizeAnchor xmlns:cdr="http://schemas.openxmlformats.org/drawingml/2006/chartDrawing">
    <cdr:from>
      <cdr:x>0.08615</cdr:x>
      <cdr:y>0.05142</cdr:y>
    </cdr:from>
    <cdr:to>
      <cdr:x>0.83873</cdr:x>
      <cdr:y>0.91573</cdr:y>
    </cdr:to>
    <cdr:pic>
      <cdr:nvPicPr>
        <cdr:cNvPr id="2" name="chart">
          <a:extLst xmlns:a="http://schemas.openxmlformats.org/drawingml/2006/main">
            <a:ext uri="{FF2B5EF4-FFF2-40B4-BE49-F238E27FC236}">
              <a16:creationId xmlns:a16="http://schemas.microsoft.com/office/drawing/2014/main" id="{BC3C9DE8-0BA0-4645-A861-430F846838B8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1709740" y="471488"/>
          <a:ext cx="14935200" cy="7924800"/>
        </a:xfrm>
        <a:prstGeom xmlns:a="http://schemas.openxmlformats.org/drawingml/2006/main" prst="rect">
          <a:avLst/>
        </a:prstGeom>
      </cdr:spPr>
    </cdr:pic>
  </cdr:relSizeAnchor>
</c:userShapes>
</file>

<file path=ppt/drawings/drawing6.xml><?xml version="1.0" encoding="utf-8"?>
<c:userShapes xmlns:c="http://schemas.openxmlformats.org/drawingml/2006/chart">
  <cdr:relSizeAnchor xmlns:cdr="http://schemas.openxmlformats.org/drawingml/2006/chartDrawing">
    <cdr:from>
      <cdr:x>0</cdr:x>
      <cdr:y>0.14771</cdr:y>
    </cdr:from>
    <cdr:to>
      <cdr:x>1</cdr:x>
      <cdr:y>0.50107</cdr:y>
    </cdr:to>
    <cdr:sp macro="" textlink="">
      <cdr:nvSpPr>
        <cdr:cNvPr id="3" name="CaixaDeTexto 2">
          <a:extLst xmlns:a="http://schemas.openxmlformats.org/drawingml/2006/main">
            <a:ext uri="{FF2B5EF4-FFF2-40B4-BE49-F238E27FC236}">
              <a16:creationId xmlns:a16="http://schemas.microsoft.com/office/drawing/2014/main" id="{D09CBE3C-0DBC-406C-BA3E-7A65FE9DD567}"/>
            </a:ext>
          </a:extLst>
        </cdr:cNvPr>
        <cdr:cNvSpPr txBox="1"/>
      </cdr:nvSpPr>
      <cdr:spPr>
        <a:xfrm xmlns:a="http://schemas.openxmlformats.org/drawingml/2006/main">
          <a:off x="0" y="1063128"/>
          <a:ext cx="17810812" cy="2543207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endParaRPr lang="pt-BR" sz="2800" dirty="0"/>
        </a:p>
      </cdr:txBody>
    </cdr:sp>
  </cdr:relSizeAnchor>
  <cdr:relSizeAnchor xmlns:cdr="http://schemas.openxmlformats.org/drawingml/2006/chartDrawing">
    <cdr:from>
      <cdr:x>0.08831</cdr:x>
      <cdr:y>0.06896</cdr:y>
    </cdr:from>
    <cdr:to>
      <cdr:x>0.84944</cdr:x>
      <cdr:y>1</cdr:y>
    </cdr:to>
    <cdr:pic>
      <cdr:nvPicPr>
        <cdr:cNvPr id="2" name="chart">
          <a:extLst xmlns:a="http://schemas.openxmlformats.org/drawingml/2006/main">
            <a:ext uri="{FF2B5EF4-FFF2-40B4-BE49-F238E27FC236}">
              <a16:creationId xmlns:a16="http://schemas.microsoft.com/office/drawing/2014/main" id="{0DCECACD-81E2-426E-9C91-FEB1B3C9A58A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1752600" y="632289"/>
          <a:ext cx="15104893" cy="8536647"/>
        </a:xfrm>
        <a:prstGeom xmlns:a="http://schemas.openxmlformats.org/drawingml/2006/main" prst="rect">
          <a:avLst/>
        </a:prstGeom>
      </cdr:spPr>
    </cdr:pic>
  </cdr:relSizeAnchor>
</c:userShapes>
</file>

<file path=ppt/drawings/drawing7.xml><?xml version="1.0" encoding="utf-8"?>
<c:userShapes xmlns:c="http://schemas.openxmlformats.org/drawingml/2006/chart">
  <cdr:relSizeAnchor xmlns:cdr="http://schemas.openxmlformats.org/drawingml/2006/chartDrawing">
    <cdr:from>
      <cdr:x>0</cdr:x>
      <cdr:y>0.14771</cdr:y>
    </cdr:from>
    <cdr:to>
      <cdr:x>1</cdr:x>
      <cdr:y>0.50107</cdr:y>
    </cdr:to>
    <cdr:sp macro="" textlink="">
      <cdr:nvSpPr>
        <cdr:cNvPr id="3" name="CaixaDeTexto 2">
          <a:extLst xmlns:a="http://schemas.openxmlformats.org/drawingml/2006/main">
            <a:ext uri="{FF2B5EF4-FFF2-40B4-BE49-F238E27FC236}">
              <a16:creationId xmlns:a16="http://schemas.microsoft.com/office/drawing/2014/main" id="{D09CBE3C-0DBC-406C-BA3E-7A65FE9DD567}"/>
            </a:ext>
          </a:extLst>
        </cdr:cNvPr>
        <cdr:cNvSpPr txBox="1"/>
      </cdr:nvSpPr>
      <cdr:spPr>
        <a:xfrm xmlns:a="http://schemas.openxmlformats.org/drawingml/2006/main">
          <a:off x="0" y="1063128"/>
          <a:ext cx="17810812" cy="2543207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endParaRPr lang="pt-BR" sz="2800" dirty="0"/>
        </a:p>
      </cdr:txBody>
    </cdr:sp>
  </cdr:relSizeAnchor>
  <cdr:relSizeAnchor xmlns:cdr="http://schemas.openxmlformats.org/drawingml/2006/chartDrawing">
    <cdr:from>
      <cdr:x>0.10367</cdr:x>
      <cdr:y>0.06296</cdr:y>
    </cdr:from>
    <cdr:to>
      <cdr:x>0.85625</cdr:x>
      <cdr:y>0.83179</cdr:y>
    </cdr:to>
    <cdr:pic>
      <cdr:nvPicPr>
        <cdr:cNvPr id="4" name="chart">
          <a:extLst xmlns:a="http://schemas.openxmlformats.org/drawingml/2006/main">
            <a:ext uri="{FF2B5EF4-FFF2-40B4-BE49-F238E27FC236}">
              <a16:creationId xmlns:a16="http://schemas.microsoft.com/office/drawing/2014/main" id="{50CC29E3-A1E2-4A1D-ABD7-35D71A996F1A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2057401" y="632289"/>
          <a:ext cx="14935199" cy="7721136"/>
        </a:xfrm>
        <a:prstGeom xmlns:a="http://schemas.openxmlformats.org/drawingml/2006/main" prst="rect">
          <a:avLst/>
        </a:prstGeom>
      </cdr:spPr>
    </cdr:pic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267F8B-2609-4C6A-B648-B712EA4B5DB5}" type="datetimeFigureOut">
              <a:rPr lang="pt-BR" smtClean="0"/>
              <a:t>16/06/2026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C76241-94DF-4EB4-974C-91D99427F8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56964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76241-94DF-4EB4-974C-91D99427F8F5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78446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chart" Target="../charts/char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chart" Target="../charts/char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chart" Target="../charts/char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chart" Target="../charts/char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1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1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6555" b="-16555"/>
            </a:stretch>
          </a:blipFill>
        </p:spPr>
        <p:txBody>
          <a:bodyPr/>
          <a:lstStyle/>
          <a:p>
            <a:endParaRPr lang="pt-BR" dirty="0"/>
          </a:p>
        </p:txBody>
      </p:sp>
      <p:sp>
        <p:nvSpPr>
          <p:cNvPr id="3" name="Freeform 3"/>
          <p:cNvSpPr/>
          <p:nvPr/>
        </p:nvSpPr>
        <p:spPr>
          <a:xfrm>
            <a:off x="0" y="7901902"/>
            <a:ext cx="18288000" cy="3735101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541172" y="522631"/>
            <a:ext cx="3989076" cy="2217468"/>
            <a:chOff x="0" y="0"/>
            <a:chExt cx="5318769" cy="2956624"/>
          </a:xfrm>
        </p:grpSpPr>
        <p:sp>
          <p:nvSpPr>
            <p:cNvPr id="5" name="Freeform 5"/>
            <p:cNvSpPr/>
            <p:nvPr/>
          </p:nvSpPr>
          <p:spPr>
            <a:xfrm>
              <a:off x="0" y="1617791"/>
              <a:ext cx="5318769" cy="685359"/>
            </a:xfrm>
            <a:custGeom>
              <a:avLst/>
              <a:gdLst/>
              <a:ahLst/>
              <a:cxnLst/>
              <a:rect l="l" t="t" r="r" b="b"/>
              <a:pathLst>
                <a:path w="5318769" h="685359">
                  <a:moveTo>
                    <a:pt x="0" y="0"/>
                  </a:moveTo>
                  <a:lnTo>
                    <a:pt x="5318769" y="0"/>
                  </a:lnTo>
                  <a:lnTo>
                    <a:pt x="5318769" y="685359"/>
                  </a:lnTo>
                  <a:lnTo>
                    <a:pt x="0" y="6853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346867" b="-329187"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0" y="0"/>
              <a:ext cx="5318769" cy="1617791"/>
            </a:xfrm>
            <a:custGeom>
              <a:avLst/>
              <a:gdLst/>
              <a:ahLst/>
              <a:cxnLst/>
              <a:rect l="l" t="t" r="r" b="b"/>
              <a:pathLst>
                <a:path w="5318769" h="1617791">
                  <a:moveTo>
                    <a:pt x="0" y="0"/>
                  </a:moveTo>
                  <a:lnTo>
                    <a:pt x="5318769" y="0"/>
                  </a:lnTo>
                  <a:lnTo>
                    <a:pt x="5318769" y="1617791"/>
                  </a:lnTo>
                  <a:lnTo>
                    <a:pt x="0" y="16177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46946" b="-181820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2303150"/>
              <a:ext cx="5318769" cy="653473"/>
            </a:xfrm>
            <a:custGeom>
              <a:avLst/>
              <a:gdLst/>
              <a:ahLst/>
              <a:cxnLst/>
              <a:rect l="l" t="t" r="r" b="b"/>
              <a:pathLst>
                <a:path w="5318769" h="653473">
                  <a:moveTo>
                    <a:pt x="0" y="0"/>
                  </a:moveTo>
                  <a:lnTo>
                    <a:pt x="5318769" y="0"/>
                  </a:lnTo>
                  <a:lnTo>
                    <a:pt x="5318769" y="653474"/>
                  </a:lnTo>
                  <a:lnTo>
                    <a:pt x="0" y="6534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471642" b="-242280"/>
              </a:stretch>
            </a:blipFill>
          </p:spPr>
        </p:sp>
      </p:grpSp>
      <p:sp>
        <p:nvSpPr>
          <p:cNvPr id="8" name="AutoShape 8"/>
          <p:cNvSpPr/>
          <p:nvPr/>
        </p:nvSpPr>
        <p:spPr>
          <a:xfrm flipV="1">
            <a:off x="1028700" y="3494253"/>
            <a:ext cx="19050" cy="2337212"/>
          </a:xfrm>
          <a:prstGeom prst="line">
            <a:avLst/>
          </a:prstGeom>
          <a:ln w="95250" cap="flat">
            <a:solidFill>
              <a:srgbClr val="0B0B3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TextBox 9"/>
          <p:cNvSpPr txBox="1"/>
          <p:nvPr/>
        </p:nvSpPr>
        <p:spPr>
          <a:xfrm>
            <a:off x="1449777" y="3121098"/>
            <a:ext cx="18703803" cy="1308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236"/>
              </a:lnSpc>
            </a:pPr>
            <a:r>
              <a:rPr lang="en-US" sz="9058" b="1" dirty="0">
                <a:solidFill>
                  <a:srgbClr val="0B0B3D"/>
                </a:solidFill>
                <a:latin typeface="Arial Bold"/>
                <a:ea typeface="Arial Bold"/>
                <a:cs typeface="Arial Bold"/>
                <a:sym typeface="Arial Bold"/>
              </a:rPr>
              <a:t>GR &amp; FROTA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86375" y="6212853"/>
            <a:ext cx="7017584" cy="4856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23"/>
              </a:lnSpc>
            </a:pPr>
            <a:r>
              <a:rPr lang="en-US" sz="2873" b="1" dirty="0" err="1">
                <a:solidFill>
                  <a:srgbClr val="0B0B3D"/>
                </a:solidFill>
                <a:latin typeface="Arial Bold"/>
                <a:ea typeface="Arial Bold"/>
                <a:cs typeface="Arial Bold"/>
                <a:sym typeface="Arial Bold"/>
              </a:rPr>
              <a:t>Apresentado</a:t>
            </a:r>
            <a:r>
              <a:rPr lang="en-US" sz="2873" b="1" dirty="0">
                <a:solidFill>
                  <a:srgbClr val="0B0B3D"/>
                </a:solidFill>
                <a:latin typeface="Arial Bold"/>
                <a:ea typeface="Arial Bold"/>
                <a:cs typeface="Arial Bold"/>
                <a:sym typeface="Arial Bold"/>
              </a:rPr>
              <a:t> por: Leandro </a:t>
            </a:r>
            <a:r>
              <a:rPr lang="en-US" sz="2873" b="1" dirty="0" err="1">
                <a:solidFill>
                  <a:srgbClr val="0B0B3D"/>
                </a:solidFill>
                <a:latin typeface="Arial Bold"/>
                <a:ea typeface="Arial Bold"/>
                <a:cs typeface="Arial Bold"/>
                <a:sym typeface="Arial Bold"/>
              </a:rPr>
              <a:t>osmar</a:t>
            </a:r>
            <a:r>
              <a:rPr lang="en-US" sz="2873" b="1" dirty="0">
                <a:solidFill>
                  <a:srgbClr val="0B0B3D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2873" b="1" dirty="0" err="1">
                <a:solidFill>
                  <a:srgbClr val="0B0B3D"/>
                </a:solidFill>
                <a:latin typeface="Arial Bold"/>
                <a:ea typeface="Arial Bold"/>
                <a:cs typeface="Arial Bold"/>
                <a:sym typeface="Arial Bold"/>
              </a:rPr>
              <a:t>berndt</a:t>
            </a:r>
            <a:endParaRPr lang="en-US" sz="2873" b="1" dirty="0">
              <a:solidFill>
                <a:srgbClr val="0B0B3D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986375" y="6755773"/>
            <a:ext cx="8886718" cy="485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10"/>
              </a:lnSpc>
            </a:pPr>
            <a:r>
              <a:rPr lang="en-US" sz="2864" b="1" dirty="0" err="1">
                <a:solidFill>
                  <a:srgbClr val="FF6428"/>
                </a:solidFill>
                <a:latin typeface="Arial Bold"/>
                <a:ea typeface="Arial Bold"/>
                <a:cs typeface="Arial Bold"/>
                <a:sym typeface="Arial Bold"/>
              </a:rPr>
              <a:t>Período</a:t>
            </a:r>
            <a:r>
              <a:rPr lang="en-US" sz="2864" b="1" dirty="0">
                <a:solidFill>
                  <a:srgbClr val="FF6428"/>
                </a:solidFill>
                <a:latin typeface="Arial Bold"/>
                <a:ea typeface="Arial Bold"/>
                <a:cs typeface="Arial Bold"/>
                <a:sym typeface="Arial Bold"/>
              </a:rPr>
              <a:t>: 05-2026  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219200" y="0"/>
            <a:ext cx="19313483" cy="98679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555" b="-16555"/>
            </a:stretch>
          </a:blipFill>
        </p:spPr>
      </p:sp>
      <p:sp>
        <p:nvSpPr>
          <p:cNvPr id="3" name="AutoShape 3"/>
          <p:cNvSpPr/>
          <p:nvPr/>
        </p:nvSpPr>
        <p:spPr>
          <a:xfrm flipH="1" flipV="1">
            <a:off x="1009650" y="889175"/>
            <a:ext cx="0" cy="11266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430506" y="1133475"/>
            <a:ext cx="15702455" cy="61722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57250" indent="-857250" algn="l">
              <a:lnSpc>
                <a:spcPts val="4792"/>
              </a:lnSpc>
              <a:buFont typeface="Arial" panose="020B0604020202020204" pitchFamily="34" charset="0"/>
              <a:buChar char="•"/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89482" y="2008155"/>
            <a:ext cx="1611630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algn="l">
              <a:lnSpc>
                <a:spcPts val="3210"/>
              </a:lnSpc>
            </a:pPr>
            <a:endParaRPr lang="en-US" sz="3000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-1" y="8561355"/>
            <a:ext cx="19313467" cy="1725645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9B2F0B0E-F645-406E-B96D-A83ADB999E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16360047"/>
              </p:ext>
            </p:extLst>
          </p:nvPr>
        </p:nvGraphicFramePr>
        <p:xfrm>
          <a:off x="1155035" y="5829300"/>
          <a:ext cx="17305790" cy="37337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10" name="Imagem 9">
            <a:extLst>
              <a:ext uri="{FF2B5EF4-FFF2-40B4-BE49-F238E27FC236}">
                <a16:creationId xmlns:a16="http://schemas.microsoft.com/office/drawing/2014/main" id="{B8BA9CE2-1A32-4A09-BCE1-6D3FE34081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0" y="723901"/>
            <a:ext cx="16445313" cy="8429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33132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219200" y="0"/>
            <a:ext cx="19313483" cy="98679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555" b="-16555"/>
            </a:stretch>
          </a:blipFill>
        </p:spPr>
      </p:sp>
      <p:sp>
        <p:nvSpPr>
          <p:cNvPr id="3" name="AutoShape 3"/>
          <p:cNvSpPr/>
          <p:nvPr/>
        </p:nvSpPr>
        <p:spPr>
          <a:xfrm flipH="1" flipV="1">
            <a:off x="1009650" y="889175"/>
            <a:ext cx="0" cy="11266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430506" y="1133475"/>
            <a:ext cx="15702455" cy="61722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57250" indent="-857250" algn="l">
              <a:lnSpc>
                <a:spcPts val="4792"/>
              </a:lnSpc>
              <a:buFont typeface="Arial" panose="020B0604020202020204" pitchFamily="34" charset="0"/>
              <a:buChar char="•"/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89482" y="2008155"/>
            <a:ext cx="1611630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algn="l">
              <a:lnSpc>
                <a:spcPts val="3210"/>
              </a:lnSpc>
            </a:pPr>
            <a:endParaRPr lang="en-US" sz="3000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-1" y="8561355"/>
            <a:ext cx="19313467" cy="1725645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9B2F0B0E-F645-406E-B96D-A83ADB999E20}"/>
              </a:ext>
            </a:extLst>
          </p:cNvPr>
          <p:cNvGraphicFramePr/>
          <p:nvPr/>
        </p:nvGraphicFramePr>
        <p:xfrm>
          <a:off x="1155035" y="5829300"/>
          <a:ext cx="17305790" cy="37337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9" name="Imagem 8">
            <a:extLst>
              <a:ext uri="{FF2B5EF4-FFF2-40B4-BE49-F238E27FC236}">
                <a16:creationId xmlns:a16="http://schemas.microsoft.com/office/drawing/2014/main" id="{7552B43A-789F-4CF3-BBCC-AD2DAD63E7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0431" y="1452475"/>
            <a:ext cx="16923843" cy="1013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17048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219200" y="-419100"/>
            <a:ext cx="19313483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555" b="-16555"/>
            </a:stretch>
          </a:blipFill>
        </p:spPr>
      </p:sp>
      <p:sp>
        <p:nvSpPr>
          <p:cNvPr id="3" name="AutoShape 3"/>
          <p:cNvSpPr/>
          <p:nvPr/>
        </p:nvSpPr>
        <p:spPr>
          <a:xfrm flipH="1" flipV="1">
            <a:off x="1009650" y="889175"/>
            <a:ext cx="0" cy="11266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430506" y="1133475"/>
            <a:ext cx="15702455" cy="61722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57250" indent="-857250" algn="l">
              <a:lnSpc>
                <a:spcPts val="4792"/>
              </a:lnSpc>
              <a:buFont typeface="Arial" panose="020B0604020202020204" pitchFamily="34" charset="0"/>
              <a:buChar char="•"/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89482" y="2008155"/>
            <a:ext cx="1611630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algn="l">
              <a:lnSpc>
                <a:spcPts val="3210"/>
              </a:lnSpc>
            </a:pPr>
            <a:endParaRPr lang="en-US" sz="3000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-1" y="8561355"/>
            <a:ext cx="19313467" cy="1725645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9B2F0B0E-F645-406E-B96D-A83ADB999E20}"/>
              </a:ext>
            </a:extLst>
          </p:cNvPr>
          <p:cNvGraphicFramePr/>
          <p:nvPr/>
        </p:nvGraphicFramePr>
        <p:xfrm>
          <a:off x="1155035" y="5829300"/>
          <a:ext cx="17305790" cy="37337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9" name="Imagem 8">
            <a:extLst>
              <a:ext uri="{FF2B5EF4-FFF2-40B4-BE49-F238E27FC236}">
                <a16:creationId xmlns:a16="http://schemas.microsoft.com/office/drawing/2014/main" id="{564766C7-DA45-4264-BDD6-CE49BDCD2A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685" y="1133475"/>
            <a:ext cx="14668115" cy="7724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2597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219200" y="-419100"/>
            <a:ext cx="19313483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555" b="-16555"/>
            </a:stretch>
          </a:blipFill>
        </p:spPr>
      </p:sp>
      <p:sp>
        <p:nvSpPr>
          <p:cNvPr id="3" name="AutoShape 3"/>
          <p:cNvSpPr/>
          <p:nvPr/>
        </p:nvSpPr>
        <p:spPr>
          <a:xfrm flipH="1" flipV="1">
            <a:off x="1009650" y="889175"/>
            <a:ext cx="0" cy="11266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430506" y="1133475"/>
            <a:ext cx="15702455" cy="61722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57250" indent="-857250" algn="l">
              <a:lnSpc>
                <a:spcPts val="4792"/>
              </a:lnSpc>
              <a:buFont typeface="Arial" panose="020B0604020202020204" pitchFamily="34" charset="0"/>
              <a:buChar char="•"/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89482" y="2008155"/>
            <a:ext cx="1611630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algn="l">
              <a:lnSpc>
                <a:spcPts val="3210"/>
              </a:lnSpc>
            </a:pPr>
            <a:endParaRPr lang="en-US" sz="3000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-1" y="8561355"/>
            <a:ext cx="19313467" cy="1725645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9B2F0B0E-F645-406E-B96D-A83ADB999E20}"/>
              </a:ext>
            </a:extLst>
          </p:cNvPr>
          <p:cNvGraphicFramePr/>
          <p:nvPr/>
        </p:nvGraphicFramePr>
        <p:xfrm>
          <a:off x="1155035" y="5829300"/>
          <a:ext cx="17305790" cy="37337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CaixaDeTexto 7">
            <a:extLst>
              <a:ext uri="{FF2B5EF4-FFF2-40B4-BE49-F238E27FC236}">
                <a16:creationId xmlns:a16="http://schemas.microsoft.com/office/drawing/2014/main" id="{04556B8D-D296-4FDD-85F6-F286250444F2}"/>
              </a:ext>
            </a:extLst>
          </p:cNvPr>
          <p:cNvSpPr txBox="1"/>
          <p:nvPr/>
        </p:nvSpPr>
        <p:spPr>
          <a:xfrm>
            <a:off x="1905000" y="1485900"/>
            <a:ext cx="15580613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800" dirty="0"/>
              <a:t>FVE9D27  =  FOI RECUPERADO O MOTOR POR COMPLETO</a:t>
            </a:r>
          </a:p>
          <a:p>
            <a:endParaRPr lang="pt-BR" sz="4800" dirty="0"/>
          </a:p>
          <a:p>
            <a:r>
              <a:rPr lang="pt-BR" sz="4800" dirty="0"/>
              <a:t>MLX8C23 = FOI RECUPERADO O DIFERENCIAL E RECUPERADO O EIXO DIANTEIRO </a:t>
            </a:r>
          </a:p>
          <a:p>
            <a:endParaRPr lang="pt-BR" dirty="0"/>
          </a:p>
          <a:p>
            <a:r>
              <a:rPr lang="pt-B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922794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219200" y="-419100"/>
            <a:ext cx="19313483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555" b="-16555"/>
            </a:stretch>
          </a:blipFill>
        </p:spPr>
      </p:sp>
      <p:sp>
        <p:nvSpPr>
          <p:cNvPr id="3" name="AutoShape 3"/>
          <p:cNvSpPr/>
          <p:nvPr/>
        </p:nvSpPr>
        <p:spPr>
          <a:xfrm flipH="1" flipV="1">
            <a:off x="1009650" y="889175"/>
            <a:ext cx="0" cy="11266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430506" y="1133475"/>
            <a:ext cx="15702455" cy="61722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57250" indent="-857250" algn="l">
              <a:lnSpc>
                <a:spcPts val="4792"/>
              </a:lnSpc>
              <a:buFont typeface="Arial" panose="020B0604020202020204" pitchFamily="34" charset="0"/>
              <a:buChar char="•"/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89482" y="2008155"/>
            <a:ext cx="1611630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algn="l">
              <a:lnSpc>
                <a:spcPts val="3210"/>
              </a:lnSpc>
            </a:pPr>
            <a:endParaRPr lang="en-US" sz="3000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-1" y="8561355"/>
            <a:ext cx="19313467" cy="1725645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9B2F0B0E-F645-406E-B96D-A83ADB999E20}"/>
              </a:ext>
            </a:extLst>
          </p:cNvPr>
          <p:cNvGraphicFramePr/>
          <p:nvPr/>
        </p:nvGraphicFramePr>
        <p:xfrm>
          <a:off x="1155035" y="5829300"/>
          <a:ext cx="17305790" cy="37337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10" name="Imagem 9">
            <a:extLst>
              <a:ext uri="{FF2B5EF4-FFF2-40B4-BE49-F238E27FC236}">
                <a16:creationId xmlns:a16="http://schemas.microsoft.com/office/drawing/2014/main" id="{0F53D577-1786-45A0-81B9-2304E2C058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1" y="1133475"/>
            <a:ext cx="15304160" cy="802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66382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219200" y="-419100"/>
            <a:ext cx="19313483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555" b="-16555"/>
            </a:stretch>
          </a:blipFill>
        </p:spPr>
      </p:sp>
      <p:sp>
        <p:nvSpPr>
          <p:cNvPr id="3" name="AutoShape 3"/>
          <p:cNvSpPr/>
          <p:nvPr/>
        </p:nvSpPr>
        <p:spPr>
          <a:xfrm flipH="1" flipV="1">
            <a:off x="1009650" y="889175"/>
            <a:ext cx="0" cy="11266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430506" y="1133475"/>
            <a:ext cx="15702455" cy="61722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57250" indent="-857250" algn="l">
              <a:lnSpc>
                <a:spcPts val="4792"/>
              </a:lnSpc>
              <a:buFont typeface="Arial" panose="020B0604020202020204" pitchFamily="34" charset="0"/>
              <a:buChar char="•"/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89482" y="2008155"/>
            <a:ext cx="1611630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algn="l">
              <a:lnSpc>
                <a:spcPts val="3210"/>
              </a:lnSpc>
            </a:pPr>
            <a:endParaRPr lang="en-US" sz="3000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-1" y="8561355"/>
            <a:ext cx="19313467" cy="1725645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9B2F0B0E-F645-406E-B96D-A83ADB999E20}"/>
              </a:ext>
            </a:extLst>
          </p:cNvPr>
          <p:cNvGraphicFramePr/>
          <p:nvPr/>
        </p:nvGraphicFramePr>
        <p:xfrm>
          <a:off x="1155035" y="5829300"/>
          <a:ext cx="17305790" cy="37337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9" name="Imagem 8">
            <a:extLst>
              <a:ext uri="{FF2B5EF4-FFF2-40B4-BE49-F238E27FC236}">
                <a16:creationId xmlns:a16="http://schemas.microsoft.com/office/drawing/2014/main" id="{EC49071B-2F8F-4FE4-8A5F-2225E2C456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30505" y="723901"/>
            <a:ext cx="20515093" cy="8429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4737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FA0B3-2C95-587C-5641-2B4711EDD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C5F8D97F-D4B8-7E84-F765-F208292FD820}"/>
              </a:ext>
            </a:extLst>
          </p:cNvPr>
          <p:cNvSpPr/>
          <p:nvPr/>
        </p:nvSpPr>
        <p:spPr>
          <a:xfrm>
            <a:off x="762000" y="723900"/>
            <a:ext cx="17754600" cy="9978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8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Manutenção</a:t>
            </a:r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: 1° </a:t>
            </a:r>
            <a:r>
              <a:rPr lang="en-US" sz="588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Semestre</a:t>
            </a:r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2025 / 1° </a:t>
            </a:r>
            <a:r>
              <a:rPr lang="en-US" sz="588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Semestre</a:t>
            </a:r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2026     </a:t>
            </a:r>
            <a:endParaRPr lang="pt-BR" sz="5884" dirty="0"/>
          </a:p>
        </p:txBody>
      </p:sp>
      <p:sp>
        <p:nvSpPr>
          <p:cNvPr id="2" name="Freeform 6">
            <a:extLst>
              <a:ext uri="{FF2B5EF4-FFF2-40B4-BE49-F238E27FC236}">
                <a16:creationId xmlns:a16="http://schemas.microsoft.com/office/drawing/2014/main" id="{F262DB52-2CA1-12D4-4FC2-B01B53463F07}"/>
              </a:ext>
            </a:extLst>
          </p:cNvPr>
          <p:cNvSpPr/>
          <p:nvPr/>
        </p:nvSpPr>
        <p:spPr>
          <a:xfrm>
            <a:off x="-1" y="9105900"/>
            <a:ext cx="18288001" cy="1181100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B1A7D9B1-4E84-4A33-8E27-9A548F77A8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600" y="1943100"/>
            <a:ext cx="15544800" cy="7376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3070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FA0B3-2C95-587C-5641-2B4711EDD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C5F8D97F-D4B8-7E84-F765-F208292FD820}"/>
              </a:ext>
            </a:extLst>
          </p:cNvPr>
          <p:cNvSpPr/>
          <p:nvPr/>
        </p:nvSpPr>
        <p:spPr>
          <a:xfrm>
            <a:off x="762000" y="723900"/>
            <a:ext cx="17754600" cy="9978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8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Manutenção</a:t>
            </a:r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: 1° </a:t>
            </a:r>
            <a:r>
              <a:rPr lang="en-US" sz="588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Semestre</a:t>
            </a:r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2025 / 1° </a:t>
            </a:r>
            <a:r>
              <a:rPr lang="en-US" sz="588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Semestre</a:t>
            </a:r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2026     </a:t>
            </a:r>
            <a:endParaRPr lang="pt-BR" sz="5884" dirty="0"/>
          </a:p>
        </p:txBody>
      </p:sp>
      <p:sp>
        <p:nvSpPr>
          <p:cNvPr id="2" name="Freeform 6">
            <a:extLst>
              <a:ext uri="{FF2B5EF4-FFF2-40B4-BE49-F238E27FC236}">
                <a16:creationId xmlns:a16="http://schemas.microsoft.com/office/drawing/2014/main" id="{F262DB52-2CA1-12D4-4FC2-B01B53463F07}"/>
              </a:ext>
            </a:extLst>
          </p:cNvPr>
          <p:cNvSpPr/>
          <p:nvPr/>
        </p:nvSpPr>
        <p:spPr>
          <a:xfrm>
            <a:off x="-1" y="9105900"/>
            <a:ext cx="18288001" cy="1181100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3F2D9B2-7A11-4639-8CB5-EC9A3215CB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0" y="1698812"/>
            <a:ext cx="12725401" cy="784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4891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FA0B3-2C95-587C-5641-2B4711EDD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C5F8D97F-D4B8-7E84-F765-F208292FD820}"/>
              </a:ext>
            </a:extLst>
          </p:cNvPr>
          <p:cNvSpPr/>
          <p:nvPr/>
        </p:nvSpPr>
        <p:spPr>
          <a:xfrm>
            <a:off x="762000" y="723900"/>
            <a:ext cx="17754600" cy="9978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8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Disponibilidade</a:t>
            </a:r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8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frota</a:t>
            </a:r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    </a:t>
            </a:r>
            <a:endParaRPr lang="pt-BR" sz="5884" dirty="0"/>
          </a:p>
        </p:txBody>
      </p:sp>
      <p:sp>
        <p:nvSpPr>
          <p:cNvPr id="2" name="Freeform 6">
            <a:extLst>
              <a:ext uri="{FF2B5EF4-FFF2-40B4-BE49-F238E27FC236}">
                <a16:creationId xmlns:a16="http://schemas.microsoft.com/office/drawing/2014/main" id="{F262DB52-2CA1-12D4-4FC2-B01B53463F07}"/>
              </a:ext>
            </a:extLst>
          </p:cNvPr>
          <p:cNvSpPr/>
          <p:nvPr/>
        </p:nvSpPr>
        <p:spPr>
          <a:xfrm>
            <a:off x="-1" y="9105900"/>
            <a:ext cx="18288001" cy="1181100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1A70EA7-8E80-4713-A587-8F0E44C39E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0" y="1721737"/>
            <a:ext cx="14630400" cy="7841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5845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FA0B3-2C95-587C-5641-2B4711EDD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C5F8D97F-D4B8-7E84-F765-F208292FD820}"/>
              </a:ext>
            </a:extLst>
          </p:cNvPr>
          <p:cNvSpPr/>
          <p:nvPr/>
        </p:nvSpPr>
        <p:spPr>
          <a:xfrm>
            <a:off x="762000" y="723900"/>
            <a:ext cx="17983200" cy="9978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884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endParaRPr lang="pt-BR" sz="5884" dirty="0"/>
          </a:p>
        </p:txBody>
      </p:sp>
      <p:sp>
        <p:nvSpPr>
          <p:cNvPr id="2" name="Freeform 6">
            <a:extLst>
              <a:ext uri="{FF2B5EF4-FFF2-40B4-BE49-F238E27FC236}">
                <a16:creationId xmlns:a16="http://schemas.microsoft.com/office/drawing/2014/main" id="{F262DB52-2CA1-12D4-4FC2-B01B53463F07}"/>
              </a:ext>
            </a:extLst>
          </p:cNvPr>
          <p:cNvSpPr/>
          <p:nvPr/>
        </p:nvSpPr>
        <p:spPr>
          <a:xfrm>
            <a:off x="-1" y="9105900"/>
            <a:ext cx="18288001" cy="1181100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16CBEE4F-9833-481B-BCBF-E4F7B7890A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11799" cy="781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7207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FA0B3-2C95-587C-5641-2B4711EDD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C5F8D97F-D4B8-7E84-F765-F208292FD820}"/>
              </a:ext>
            </a:extLst>
          </p:cNvPr>
          <p:cNvSpPr/>
          <p:nvPr/>
        </p:nvSpPr>
        <p:spPr>
          <a:xfrm>
            <a:off x="762000" y="723900"/>
            <a:ext cx="17983200" cy="9978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Cameras </a:t>
            </a:r>
            <a:r>
              <a:rPr lang="en-US" sz="588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veicular</a:t>
            </a:r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endParaRPr lang="pt-BR" sz="5884" dirty="0"/>
          </a:p>
        </p:txBody>
      </p:sp>
      <p:sp>
        <p:nvSpPr>
          <p:cNvPr id="2" name="Freeform 6">
            <a:extLst>
              <a:ext uri="{FF2B5EF4-FFF2-40B4-BE49-F238E27FC236}">
                <a16:creationId xmlns:a16="http://schemas.microsoft.com/office/drawing/2014/main" id="{F262DB52-2CA1-12D4-4FC2-B01B53463F07}"/>
              </a:ext>
            </a:extLst>
          </p:cNvPr>
          <p:cNvSpPr/>
          <p:nvPr/>
        </p:nvSpPr>
        <p:spPr>
          <a:xfrm>
            <a:off x="-1" y="9105900"/>
            <a:ext cx="18288001" cy="1181100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0FAF1434-1283-4E68-A3B4-12AEBFBA07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1562100"/>
            <a:ext cx="16611600" cy="800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51584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FA0B3-2C95-587C-5641-2B4711EDD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C5F8D97F-D4B8-7E84-F765-F208292FD820}"/>
              </a:ext>
            </a:extLst>
          </p:cNvPr>
          <p:cNvSpPr/>
          <p:nvPr/>
        </p:nvSpPr>
        <p:spPr>
          <a:xfrm>
            <a:off x="762000" y="723900"/>
            <a:ext cx="17983200" cy="9978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Cameras </a:t>
            </a:r>
            <a:r>
              <a:rPr lang="en-US" sz="588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veicular</a:t>
            </a:r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endParaRPr lang="pt-BR" sz="5884" dirty="0"/>
          </a:p>
        </p:txBody>
      </p:sp>
      <p:sp>
        <p:nvSpPr>
          <p:cNvPr id="2" name="Freeform 6">
            <a:extLst>
              <a:ext uri="{FF2B5EF4-FFF2-40B4-BE49-F238E27FC236}">
                <a16:creationId xmlns:a16="http://schemas.microsoft.com/office/drawing/2014/main" id="{F262DB52-2CA1-12D4-4FC2-B01B53463F07}"/>
              </a:ext>
            </a:extLst>
          </p:cNvPr>
          <p:cNvSpPr/>
          <p:nvPr/>
        </p:nvSpPr>
        <p:spPr>
          <a:xfrm>
            <a:off x="-1" y="9105900"/>
            <a:ext cx="18288001" cy="1181100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49470C6-7B33-4DA1-A822-1D8C559B37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399" y="1562100"/>
            <a:ext cx="11887200" cy="7384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75382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FA0B3-2C95-587C-5641-2B4711EDD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C5F8D97F-D4B8-7E84-F765-F208292FD820}"/>
              </a:ext>
            </a:extLst>
          </p:cNvPr>
          <p:cNvSpPr/>
          <p:nvPr/>
        </p:nvSpPr>
        <p:spPr>
          <a:xfrm>
            <a:off x="762000" y="723900"/>
            <a:ext cx="17983200" cy="9978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8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Abastecimentos</a:t>
            </a:r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endParaRPr lang="pt-BR" sz="5884" dirty="0"/>
          </a:p>
        </p:txBody>
      </p:sp>
      <p:sp>
        <p:nvSpPr>
          <p:cNvPr id="2" name="Freeform 6">
            <a:extLst>
              <a:ext uri="{FF2B5EF4-FFF2-40B4-BE49-F238E27FC236}">
                <a16:creationId xmlns:a16="http://schemas.microsoft.com/office/drawing/2014/main" id="{F262DB52-2CA1-12D4-4FC2-B01B53463F07}"/>
              </a:ext>
            </a:extLst>
          </p:cNvPr>
          <p:cNvSpPr/>
          <p:nvPr/>
        </p:nvSpPr>
        <p:spPr>
          <a:xfrm>
            <a:off x="-1" y="9105900"/>
            <a:ext cx="18288001" cy="1181100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8F12AB8B-4CC9-4FEE-B47C-72300E23F1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8400" y="1562100"/>
            <a:ext cx="14478000" cy="815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4054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FA0B3-2C95-587C-5641-2B4711EDD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C5F8D97F-D4B8-7E84-F765-F208292FD820}"/>
              </a:ext>
            </a:extLst>
          </p:cNvPr>
          <p:cNvSpPr/>
          <p:nvPr/>
        </p:nvSpPr>
        <p:spPr>
          <a:xfrm>
            <a:off x="533400" y="419100"/>
            <a:ext cx="17297400" cy="8551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8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Ar</a:t>
            </a:r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8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condicionado</a:t>
            </a:r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8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veicular</a:t>
            </a:r>
            <a:endParaRPr lang="en-US" sz="588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r>
              <a:rPr lang="en-US" sz="3600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              </a:t>
            </a:r>
          </a:p>
          <a:p>
            <a:pPr marL="857250" indent="-857250"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MKQ2E28</a:t>
            </a:r>
          </a:p>
          <a:p>
            <a:pPr marL="857250" indent="-857250"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GXH8043</a:t>
            </a:r>
          </a:p>
          <a:p>
            <a:pPr marL="857250" indent="-857250"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QIY4838</a:t>
            </a:r>
          </a:p>
          <a:p>
            <a:pPr marL="857250" indent="-857250"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MLM9642</a:t>
            </a:r>
          </a:p>
          <a:p>
            <a:pPr marL="857250" indent="-857250"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OKG5I79</a:t>
            </a:r>
          </a:p>
          <a:p>
            <a:pPr marL="857250" indent="-857250"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MKG1B33</a:t>
            </a:r>
          </a:p>
          <a:p>
            <a:pPr marL="857250" indent="-857250"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APH4G43 </a:t>
            </a:r>
          </a:p>
          <a:p>
            <a:pPr marL="857250" indent="-857250"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MIY6c60</a:t>
            </a:r>
          </a:p>
          <a:p>
            <a:pPr marL="857250" indent="-857250"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RYY7F89</a:t>
            </a:r>
          </a:p>
          <a:p>
            <a:pPr marL="857250" indent="-857250"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OKG5I79</a:t>
            </a:r>
          </a:p>
          <a:p>
            <a:pPr marL="857250" indent="-857250"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QHC7F95 </a:t>
            </a:r>
          </a:p>
          <a:p>
            <a:pPr marL="857250" indent="-857250"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NPJ4E43 ( FALTA )</a:t>
            </a:r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    </a:t>
            </a:r>
            <a:endParaRPr lang="pt-BR" sz="5884" dirty="0"/>
          </a:p>
        </p:txBody>
      </p:sp>
      <p:sp>
        <p:nvSpPr>
          <p:cNvPr id="2" name="Freeform 6">
            <a:extLst>
              <a:ext uri="{FF2B5EF4-FFF2-40B4-BE49-F238E27FC236}">
                <a16:creationId xmlns:a16="http://schemas.microsoft.com/office/drawing/2014/main" id="{F262DB52-2CA1-12D4-4FC2-B01B53463F07}"/>
              </a:ext>
            </a:extLst>
          </p:cNvPr>
          <p:cNvSpPr/>
          <p:nvPr/>
        </p:nvSpPr>
        <p:spPr>
          <a:xfrm>
            <a:off x="-1" y="9486900"/>
            <a:ext cx="18288001" cy="800100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42421772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FA0B3-2C95-587C-5641-2B4711EDD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C5F8D97F-D4B8-7E84-F765-F208292FD820}"/>
              </a:ext>
            </a:extLst>
          </p:cNvPr>
          <p:cNvSpPr/>
          <p:nvPr/>
        </p:nvSpPr>
        <p:spPr>
          <a:xfrm>
            <a:off x="533400" y="419100"/>
            <a:ext cx="17297400" cy="44708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8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Ar</a:t>
            </a:r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8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condicionado</a:t>
            </a:r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8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veicular</a:t>
            </a:r>
            <a:endParaRPr lang="en-US" sz="588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endParaRPr lang="en-US" sz="588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57250" indent="-857250"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MLX8C23 ( FALTA )</a:t>
            </a:r>
          </a:p>
          <a:p>
            <a:pPr marL="857250" indent="-857250"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EPP6H50 ( FALTA ) </a:t>
            </a:r>
          </a:p>
          <a:p>
            <a:pPr marL="857250" indent="-857250"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MLU0908 ( FALTA )</a:t>
            </a:r>
          </a:p>
          <a:p>
            <a:pPr marL="857250" indent="-857250"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FVE9D27 ( FALTA ) </a:t>
            </a:r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endParaRPr lang="pt-BR" sz="5884" dirty="0"/>
          </a:p>
        </p:txBody>
      </p:sp>
      <p:sp>
        <p:nvSpPr>
          <p:cNvPr id="2" name="Freeform 6">
            <a:extLst>
              <a:ext uri="{FF2B5EF4-FFF2-40B4-BE49-F238E27FC236}">
                <a16:creationId xmlns:a16="http://schemas.microsoft.com/office/drawing/2014/main" id="{F262DB52-2CA1-12D4-4FC2-B01B53463F07}"/>
              </a:ext>
            </a:extLst>
          </p:cNvPr>
          <p:cNvSpPr/>
          <p:nvPr/>
        </p:nvSpPr>
        <p:spPr>
          <a:xfrm>
            <a:off x="-1" y="9486900"/>
            <a:ext cx="18288001" cy="800100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13006252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419100"/>
            <a:ext cx="19313483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555" b="-16555"/>
            </a:stretch>
          </a:blipFill>
        </p:spPr>
      </p:sp>
      <p:sp>
        <p:nvSpPr>
          <p:cNvPr id="3" name="AutoShape 3"/>
          <p:cNvSpPr/>
          <p:nvPr/>
        </p:nvSpPr>
        <p:spPr>
          <a:xfrm flipH="1" flipV="1">
            <a:off x="1009650" y="889175"/>
            <a:ext cx="0" cy="11266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430506" y="1133475"/>
            <a:ext cx="16933692" cy="6322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92"/>
              </a:lnSpc>
            </a:pP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Sm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geradas</a:t>
            </a:r>
            <a:r>
              <a:rPr lang="en-US" sz="5844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89482" y="2008155"/>
            <a:ext cx="1611630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algn="l">
              <a:lnSpc>
                <a:spcPts val="3210"/>
              </a:lnSpc>
            </a:pPr>
            <a:endParaRPr lang="en-US" sz="3000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-1" y="8561355"/>
            <a:ext cx="19313467" cy="1725645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9B2F0B0E-F645-406E-B96D-A83ADB999E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18401048"/>
              </p:ext>
            </p:extLst>
          </p:nvPr>
        </p:nvGraphicFramePr>
        <p:xfrm>
          <a:off x="609602" y="1832483"/>
          <a:ext cx="18703844" cy="78830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7565060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419100"/>
            <a:ext cx="19313483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555" b="-16555"/>
            </a:stretch>
          </a:blipFill>
        </p:spPr>
      </p:sp>
      <p:sp>
        <p:nvSpPr>
          <p:cNvPr id="3" name="AutoShape 3"/>
          <p:cNvSpPr/>
          <p:nvPr/>
        </p:nvSpPr>
        <p:spPr>
          <a:xfrm flipH="1" flipV="1">
            <a:off x="1009650" y="889175"/>
            <a:ext cx="0" cy="11266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430506" y="1133475"/>
            <a:ext cx="10304285" cy="6322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92"/>
              </a:lnSpc>
            </a:pP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Principais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destinos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89482" y="2008155"/>
            <a:ext cx="1611630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algn="l">
              <a:lnSpc>
                <a:spcPts val="3210"/>
              </a:lnSpc>
            </a:pPr>
            <a:endParaRPr lang="en-US" sz="3000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-1" y="8561355"/>
            <a:ext cx="19313467" cy="1725645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9B2F0B0E-F645-406E-B96D-A83ADB999E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04238479"/>
              </p:ext>
            </p:extLst>
          </p:nvPr>
        </p:nvGraphicFramePr>
        <p:xfrm>
          <a:off x="0" y="1765764"/>
          <a:ext cx="19964400" cy="78222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723268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419100"/>
            <a:ext cx="19313483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555" b="-16555"/>
            </a:stretch>
          </a:blipFill>
        </p:spPr>
      </p:sp>
      <p:sp>
        <p:nvSpPr>
          <p:cNvPr id="3" name="AutoShape 3"/>
          <p:cNvSpPr/>
          <p:nvPr/>
        </p:nvSpPr>
        <p:spPr>
          <a:xfrm flipH="1" flipV="1">
            <a:off x="1009650" y="889175"/>
            <a:ext cx="0" cy="11266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430506" y="1133475"/>
            <a:ext cx="10304285" cy="6322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92"/>
              </a:lnSpc>
            </a:pP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Tempo medio de checklist  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89482" y="2008155"/>
            <a:ext cx="1611630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algn="l">
              <a:lnSpc>
                <a:spcPts val="3210"/>
              </a:lnSpc>
            </a:pPr>
            <a:endParaRPr lang="en-US" sz="3000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-1" y="8561355"/>
            <a:ext cx="19313467" cy="1725645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9B2F0B0E-F645-406E-B96D-A83ADB999E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32660067"/>
              </p:ext>
            </p:extLst>
          </p:nvPr>
        </p:nvGraphicFramePr>
        <p:xfrm>
          <a:off x="1430488" y="1765764"/>
          <a:ext cx="17882959" cy="78222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5177648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419100"/>
            <a:ext cx="19313483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555" b="-16555"/>
            </a:stretch>
          </a:blipFill>
        </p:spPr>
      </p:sp>
      <p:sp>
        <p:nvSpPr>
          <p:cNvPr id="3" name="AutoShape 3"/>
          <p:cNvSpPr/>
          <p:nvPr/>
        </p:nvSpPr>
        <p:spPr>
          <a:xfrm flipH="1" flipV="1">
            <a:off x="1009650" y="889175"/>
            <a:ext cx="0" cy="11266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430506" y="1133475"/>
            <a:ext cx="10304285" cy="6322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92"/>
              </a:lnSpc>
            </a:pP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Sinistro   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89482" y="2008155"/>
            <a:ext cx="1611630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algn="l">
              <a:lnSpc>
                <a:spcPts val="3210"/>
              </a:lnSpc>
            </a:pPr>
            <a:endParaRPr lang="en-US" sz="3000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-1" y="8561355"/>
            <a:ext cx="19313467" cy="1725645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9B2F0B0E-F645-406E-B96D-A83ADB999E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60844024"/>
              </p:ext>
            </p:extLst>
          </p:nvPr>
        </p:nvGraphicFramePr>
        <p:xfrm>
          <a:off x="2667002" y="1765764"/>
          <a:ext cx="15041968" cy="71972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4756502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419100"/>
            <a:ext cx="19313483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555" b="-16555"/>
            </a:stretch>
          </a:blipFill>
        </p:spPr>
      </p:sp>
      <p:sp>
        <p:nvSpPr>
          <p:cNvPr id="3" name="AutoShape 3"/>
          <p:cNvSpPr/>
          <p:nvPr/>
        </p:nvSpPr>
        <p:spPr>
          <a:xfrm flipH="1" flipV="1">
            <a:off x="1009650" y="889175"/>
            <a:ext cx="0" cy="11266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430506" y="1133475"/>
            <a:ext cx="17669804" cy="6322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92"/>
              </a:lnSpc>
            </a:pP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Projeto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em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andamento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3600" dirty="0"/>
              <a:t>  </a:t>
            </a:r>
            <a:r>
              <a:rPr lang="en-US" sz="3600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   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89482" y="2008155"/>
            <a:ext cx="1611630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algn="l">
              <a:lnSpc>
                <a:spcPts val="3210"/>
              </a:lnSpc>
            </a:pPr>
            <a:endParaRPr lang="en-US" sz="3000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-1" y="8561355"/>
            <a:ext cx="19313467" cy="1725645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9B2F0B0E-F645-406E-B96D-A83ADB999E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13650814"/>
              </p:ext>
            </p:extLst>
          </p:nvPr>
        </p:nvGraphicFramePr>
        <p:xfrm>
          <a:off x="-33340" y="1166812"/>
          <a:ext cx="19845339" cy="91689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845717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419100"/>
            <a:ext cx="19313483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555" b="-16555"/>
            </a:stretch>
          </a:blipFill>
        </p:spPr>
        <p:txBody>
          <a:bodyPr/>
          <a:lstStyle/>
          <a:p>
            <a:endParaRPr lang="pt-BR" dirty="0"/>
          </a:p>
        </p:txBody>
      </p:sp>
      <p:sp>
        <p:nvSpPr>
          <p:cNvPr id="3" name="AutoShape 3"/>
          <p:cNvSpPr/>
          <p:nvPr/>
        </p:nvSpPr>
        <p:spPr>
          <a:xfrm flipH="1" flipV="1">
            <a:off x="1009650" y="889175"/>
            <a:ext cx="0" cy="11266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430506" y="1133475"/>
            <a:ext cx="17669804" cy="6322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92"/>
              </a:lnSpc>
            </a:pP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Projeto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em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andamento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3600" dirty="0"/>
              <a:t>  </a:t>
            </a:r>
            <a:r>
              <a:rPr lang="en-US" sz="3600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   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89482" y="2008155"/>
            <a:ext cx="1611630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algn="l">
              <a:lnSpc>
                <a:spcPts val="3210"/>
              </a:lnSpc>
            </a:pPr>
            <a:endParaRPr lang="en-US" sz="3000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-1" y="8561355"/>
            <a:ext cx="19313467" cy="1725645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9B2F0B0E-F645-406E-B96D-A83ADB999E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24579973"/>
              </p:ext>
            </p:extLst>
          </p:nvPr>
        </p:nvGraphicFramePr>
        <p:xfrm>
          <a:off x="-1" y="1133475"/>
          <a:ext cx="19845339" cy="100427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1761492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419100"/>
            <a:ext cx="19313483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555" b="-16555"/>
            </a:stretch>
          </a:blipFill>
        </p:spPr>
        <p:txBody>
          <a:bodyPr/>
          <a:lstStyle/>
          <a:p>
            <a:endParaRPr lang="pt-BR" dirty="0"/>
          </a:p>
        </p:txBody>
      </p:sp>
      <p:sp>
        <p:nvSpPr>
          <p:cNvPr id="3" name="AutoShape 3"/>
          <p:cNvSpPr/>
          <p:nvPr/>
        </p:nvSpPr>
        <p:spPr>
          <a:xfrm flipH="1" flipV="1">
            <a:off x="1009650" y="889175"/>
            <a:ext cx="0" cy="11266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430506" y="1133475"/>
            <a:ext cx="17669804" cy="6322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92"/>
              </a:lnSpc>
            </a:pP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Projeto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em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andamento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3600" dirty="0"/>
              <a:t>  </a:t>
            </a:r>
            <a:r>
              <a:rPr lang="en-US" sz="3600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   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89482" y="2008155"/>
            <a:ext cx="1611630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algn="l">
              <a:lnSpc>
                <a:spcPts val="3210"/>
              </a:lnSpc>
            </a:pPr>
            <a:endParaRPr lang="en-US" sz="3000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-1" y="8561355"/>
            <a:ext cx="19313467" cy="1725645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9B2F0B0E-F645-406E-B96D-A83ADB999E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56699742"/>
              </p:ext>
            </p:extLst>
          </p:nvPr>
        </p:nvGraphicFramePr>
        <p:xfrm>
          <a:off x="-1" y="1133475"/>
          <a:ext cx="19845339" cy="100427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101056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555" b="-16555"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2007533" y="6879598"/>
            <a:ext cx="21262145" cy="4757405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21262145" y="0"/>
                </a:moveTo>
                <a:lnTo>
                  <a:pt x="0" y="0"/>
                </a:lnTo>
                <a:lnTo>
                  <a:pt x="0" y="4757404"/>
                </a:lnTo>
                <a:lnTo>
                  <a:pt x="21262145" y="4757404"/>
                </a:lnTo>
                <a:lnTo>
                  <a:pt x="21262145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541172" y="522631"/>
            <a:ext cx="3989076" cy="2217468"/>
            <a:chOff x="0" y="0"/>
            <a:chExt cx="5318769" cy="2956624"/>
          </a:xfrm>
        </p:grpSpPr>
        <p:sp>
          <p:nvSpPr>
            <p:cNvPr id="5" name="Freeform 5"/>
            <p:cNvSpPr/>
            <p:nvPr/>
          </p:nvSpPr>
          <p:spPr>
            <a:xfrm>
              <a:off x="0" y="1617791"/>
              <a:ext cx="5318769" cy="685359"/>
            </a:xfrm>
            <a:custGeom>
              <a:avLst/>
              <a:gdLst/>
              <a:ahLst/>
              <a:cxnLst/>
              <a:rect l="l" t="t" r="r" b="b"/>
              <a:pathLst>
                <a:path w="5318769" h="685359">
                  <a:moveTo>
                    <a:pt x="0" y="0"/>
                  </a:moveTo>
                  <a:lnTo>
                    <a:pt x="5318769" y="0"/>
                  </a:lnTo>
                  <a:lnTo>
                    <a:pt x="5318769" y="685359"/>
                  </a:lnTo>
                  <a:lnTo>
                    <a:pt x="0" y="6853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346867" b="-329187"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0" y="0"/>
              <a:ext cx="5318769" cy="1617791"/>
            </a:xfrm>
            <a:custGeom>
              <a:avLst/>
              <a:gdLst/>
              <a:ahLst/>
              <a:cxnLst/>
              <a:rect l="l" t="t" r="r" b="b"/>
              <a:pathLst>
                <a:path w="5318769" h="1617791">
                  <a:moveTo>
                    <a:pt x="0" y="0"/>
                  </a:moveTo>
                  <a:lnTo>
                    <a:pt x="5318769" y="0"/>
                  </a:lnTo>
                  <a:lnTo>
                    <a:pt x="5318769" y="1617791"/>
                  </a:lnTo>
                  <a:lnTo>
                    <a:pt x="0" y="16177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46946" b="-181820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2303150"/>
              <a:ext cx="5318769" cy="653473"/>
            </a:xfrm>
            <a:custGeom>
              <a:avLst/>
              <a:gdLst/>
              <a:ahLst/>
              <a:cxnLst/>
              <a:rect l="l" t="t" r="r" b="b"/>
              <a:pathLst>
                <a:path w="5318769" h="653473">
                  <a:moveTo>
                    <a:pt x="0" y="0"/>
                  </a:moveTo>
                  <a:lnTo>
                    <a:pt x="5318769" y="0"/>
                  </a:lnTo>
                  <a:lnTo>
                    <a:pt x="5318769" y="653474"/>
                  </a:lnTo>
                  <a:lnTo>
                    <a:pt x="0" y="6534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471642" b="-242280"/>
              </a:stretch>
            </a:blipFill>
          </p:spPr>
        </p:sp>
      </p:grpSp>
      <p:sp>
        <p:nvSpPr>
          <p:cNvPr id="8" name="AutoShape 8"/>
          <p:cNvSpPr/>
          <p:nvPr/>
        </p:nvSpPr>
        <p:spPr>
          <a:xfrm flipV="1">
            <a:off x="1028700" y="3494253"/>
            <a:ext cx="19050" cy="1126600"/>
          </a:xfrm>
          <a:prstGeom prst="line">
            <a:avLst/>
          </a:prstGeom>
          <a:ln w="95250" cap="flat">
            <a:solidFill>
              <a:srgbClr val="0B0B3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TextBox 9"/>
          <p:cNvSpPr txBox="1"/>
          <p:nvPr/>
        </p:nvSpPr>
        <p:spPr>
          <a:xfrm>
            <a:off x="1370847" y="3370428"/>
            <a:ext cx="18703803" cy="1308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236"/>
              </a:lnSpc>
            </a:pPr>
            <a:r>
              <a:rPr lang="en-US" sz="9058" b="1" dirty="0">
                <a:solidFill>
                  <a:srgbClr val="0B0B3D"/>
                </a:solidFill>
                <a:latin typeface="Arial Bold"/>
                <a:ea typeface="Arial Bold"/>
                <a:cs typeface="Arial Bold"/>
                <a:sym typeface="Arial Bold"/>
              </a:rPr>
              <a:t>OBRIGADO!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5158</TotalTime>
  <Words>246</Words>
  <Application>Microsoft Office PowerPoint</Application>
  <PresentationFormat>Personalizar</PresentationFormat>
  <Paragraphs>117</Paragraphs>
  <Slides>24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24</vt:i4>
      </vt:variant>
    </vt:vector>
  </HeadingPairs>
  <TitlesOfParts>
    <vt:vector size="30" baseType="lpstr">
      <vt:lpstr>Arial Bold</vt:lpstr>
      <vt:lpstr>Calibri</vt:lpstr>
      <vt:lpstr>Wingdings</vt:lpstr>
      <vt:lpstr>Arial MT</vt:lpstr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Cópia de ApresentaçãoPadrãoPE</dc:title>
  <dc:creator>Usuário</dc:creator>
  <cp:lastModifiedBy>Leandro Osmar</cp:lastModifiedBy>
  <cp:revision>94</cp:revision>
  <dcterms:created xsi:type="dcterms:W3CDTF">2006-08-16T00:00:00Z</dcterms:created>
  <dcterms:modified xsi:type="dcterms:W3CDTF">2026-06-16T20:06:17Z</dcterms:modified>
  <dc:identifier>DAGkDGwIfr0</dc:identifier>
</cp:coreProperties>
</file>