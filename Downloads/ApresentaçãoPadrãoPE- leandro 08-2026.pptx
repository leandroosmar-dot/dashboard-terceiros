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2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3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85" r:id="rId3"/>
    <p:sldId id="318" r:id="rId4"/>
    <p:sldId id="307" r:id="rId5"/>
    <p:sldId id="320" r:id="rId6"/>
    <p:sldId id="306" r:id="rId7"/>
    <p:sldId id="315" r:id="rId8"/>
    <p:sldId id="289" r:id="rId9"/>
    <p:sldId id="280" r:id="rId10"/>
    <p:sldId id="296" r:id="rId11"/>
    <p:sldId id="264" r:id="rId12"/>
  </p:sldIdLst>
  <p:sldSz cx="18288000" cy="10287000"/>
  <p:notesSz cx="6858000" cy="9144000"/>
  <p:embeddedFontLst>
    <p:embeddedFont>
      <p:font typeface="Arial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2" autoAdjust="0"/>
  </p:normalViewPr>
  <p:slideViewPr>
    <p:cSldViewPr>
      <p:cViewPr varScale="1">
        <p:scale>
          <a:sx n="64" d="100"/>
          <a:sy n="64" d="100"/>
        </p:scale>
        <p:origin x="38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0.97308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25E3F316-1BAF-4E29-8D34-8A7200AF328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784316" cy="7883017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0.05735</cdr:x>
      <cdr:y>0.02552</cdr:y>
    </cdr:from>
    <cdr:to>
      <cdr:x>0.88734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C99726CE-0E97-430D-AFA2-3EFF18478E9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190018" y="199600"/>
          <a:ext cx="17221197" cy="7622673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0.9774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37DD3E8B-DE91-4A6A-B1C7-A58AF90E59B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003580" cy="7822273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08-2026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0"/>
            <a:ext cx="19313483" cy="98679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E2D68D86-6B16-4F19-9670-7A99956AD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1" y="828674"/>
            <a:ext cx="13487399" cy="773268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A46B30C-809F-4E3D-A217-48AE5878DDB0}"/>
              </a:ext>
            </a:extLst>
          </p:cNvPr>
          <p:cNvSpPr txBox="1"/>
          <p:nvPr/>
        </p:nvSpPr>
        <p:spPr>
          <a:xfrm>
            <a:off x="1201514" y="2095358"/>
            <a:ext cx="359869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Uma queda de um mês para o outro de 48,74%</a:t>
            </a:r>
          </a:p>
        </p:txBody>
      </p:sp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0"/>
            <a:ext cx="19313483" cy="98679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54D1D53D-ECF4-4D97-963D-8A24F113C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684" y="889175"/>
            <a:ext cx="16649315" cy="767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0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98264D53-4DF8-4FCD-902B-1E01D52F8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06" y="714374"/>
            <a:ext cx="16400294" cy="816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38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67B435D4-A393-459B-87F8-001F28D69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517" y="266700"/>
            <a:ext cx="17305790" cy="589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38031BC8-0699-4C19-8A72-D7A6E5243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142" y="723901"/>
            <a:ext cx="15702455" cy="861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7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7546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5B9195-8033-48D1-965C-47E293D57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23900"/>
            <a:ext cx="1699259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0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272138"/>
              </p:ext>
            </p:extLst>
          </p:nvPr>
        </p:nvGraphicFramePr>
        <p:xfrm>
          <a:off x="1189482" y="1866900"/>
          <a:ext cx="18276362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6025575"/>
              </p:ext>
            </p:extLst>
          </p:nvPr>
        </p:nvGraphicFramePr>
        <p:xfrm>
          <a:off x="381003" y="1755738"/>
          <a:ext cx="20748816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Tempo medio de checklist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065380"/>
              </p:ext>
            </p:extLst>
          </p:nvPr>
        </p:nvGraphicFramePr>
        <p:xfrm>
          <a:off x="1524001" y="1765764"/>
          <a:ext cx="17396665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7764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10024</TotalTime>
  <Words>107</Words>
  <Application>Microsoft Office PowerPoint</Application>
  <PresentationFormat>Personalizar</PresentationFormat>
  <Paragraphs>68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Calibri</vt:lpstr>
      <vt:lpstr>Arial</vt:lpstr>
      <vt:lpstr>Arial Bold</vt:lpstr>
      <vt:lpstr>Arial MT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Leandro Osmar</cp:lastModifiedBy>
  <cp:revision>101</cp:revision>
  <dcterms:created xsi:type="dcterms:W3CDTF">2006-08-16T00:00:00Z</dcterms:created>
  <dcterms:modified xsi:type="dcterms:W3CDTF">2026-08-12T19:15:04Z</dcterms:modified>
  <dc:identifier>DAGkDGwIfr0</dc:identifier>
</cp:coreProperties>
</file>