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65" r:id="rId5"/>
    <p:sldId id="260" r:id="rId6"/>
    <p:sldId id="261" r:id="rId7"/>
    <p:sldId id="262" r:id="rId8"/>
    <p:sldId id="268" r:id="rId9"/>
    <p:sldId id="270" r:id="rId10"/>
    <p:sldId id="269" r:id="rId11"/>
    <p:sldId id="267" r:id="rId12"/>
    <p:sldId id="271" r:id="rId13"/>
    <p:sldId id="272" r:id="rId14"/>
    <p:sldId id="273" r:id="rId15"/>
    <p:sldId id="274" r:id="rId16"/>
    <p:sldId id="275" r:id="rId17"/>
    <p:sldId id="263" r:id="rId18"/>
    <p:sldId id="264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09589" y="889115"/>
            <a:ext cx="0" cy="1127125"/>
          </a:xfrm>
          <a:custGeom>
            <a:avLst/>
            <a:gdLst/>
            <a:ahLst/>
            <a:cxnLst/>
            <a:rect l="l" t="t" r="r" b="b"/>
            <a:pathLst>
              <a:path h="1127125">
                <a:moveTo>
                  <a:pt x="0" y="1126599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7806" y="871951"/>
            <a:ext cx="3367404" cy="916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79597"/>
            <a:ext cx="18287999" cy="34074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71" y="522630"/>
            <a:ext cx="3990974" cy="22131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654" y="3494207"/>
            <a:ext cx="19050" cy="2337435"/>
          </a:xfrm>
          <a:custGeom>
            <a:avLst/>
            <a:gdLst/>
            <a:ahLst/>
            <a:cxnLst/>
            <a:rect l="l" t="t" r="r" b="b"/>
            <a:pathLst>
              <a:path w="19050" h="2337435">
                <a:moveTo>
                  <a:pt x="0" y="2337211"/>
                </a:moveTo>
                <a:lnTo>
                  <a:pt x="19050" y="0"/>
                </a:lnTo>
              </a:path>
            </a:pathLst>
          </a:custGeom>
          <a:ln w="95249">
            <a:solidFill>
              <a:srgbClr val="0A0A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79597"/>
            <a:ext cx="18287999" cy="34074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71" y="522630"/>
            <a:ext cx="3990974" cy="22131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634" y="3494187"/>
            <a:ext cx="19050" cy="1127125"/>
          </a:xfrm>
          <a:custGeom>
            <a:avLst/>
            <a:gdLst/>
            <a:ahLst/>
            <a:cxnLst/>
            <a:rect l="l" t="t" r="r" b="b"/>
            <a:pathLst>
              <a:path w="19050" h="1127125">
                <a:moveTo>
                  <a:pt x="0" y="1126599"/>
                </a:moveTo>
                <a:lnTo>
                  <a:pt x="19049" y="0"/>
                </a:lnTo>
              </a:path>
            </a:pathLst>
          </a:custGeom>
          <a:ln w="95249">
            <a:solidFill>
              <a:srgbClr val="0A0A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8147" y="3017408"/>
            <a:ext cx="16208564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7076" y="3017408"/>
            <a:ext cx="16129635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437076" y="3017408"/>
            <a:ext cx="19365524" cy="1415131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91440" marR="5080">
              <a:lnSpc>
                <a:spcPts val="9530"/>
              </a:lnSpc>
              <a:spcBef>
                <a:spcPts val="1535"/>
              </a:spcBef>
            </a:pPr>
            <a:r>
              <a:rPr lang="pt-BR" spc="-10" dirty="0">
                <a:solidFill>
                  <a:srgbClr val="FF6428"/>
                </a:solidFill>
              </a:rPr>
              <a:t> GR &amp; FROTA</a:t>
            </a:r>
            <a:endParaRPr spc="-10" dirty="0">
              <a:solidFill>
                <a:srgbClr val="FF6428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3674" y="6278935"/>
            <a:ext cx="7103526" cy="11156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Apresentado</a:t>
            </a:r>
            <a:r>
              <a:rPr sz="2850" b="1" spc="25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por:</a:t>
            </a:r>
            <a:r>
              <a:rPr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lang="pt-BR" sz="2850" b="1" spc="20" dirty="0">
                <a:solidFill>
                  <a:srgbClr val="0A0A3C"/>
                </a:solidFill>
                <a:latin typeface="Arial"/>
                <a:cs typeface="Arial"/>
              </a:rPr>
              <a:t>Leandro </a:t>
            </a:r>
            <a:r>
              <a:rPr lang="pt-BR" sz="2850" b="1" spc="20" dirty="0" err="1">
                <a:solidFill>
                  <a:srgbClr val="0A0A3C"/>
                </a:solidFill>
                <a:latin typeface="Arial"/>
                <a:cs typeface="Arial"/>
              </a:rPr>
              <a:t>osmar</a:t>
            </a:r>
            <a:r>
              <a:rPr lang="pt-BR"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lang="pt-BR" sz="2850" b="1" spc="20" dirty="0" err="1">
                <a:solidFill>
                  <a:srgbClr val="0A0A3C"/>
                </a:solidFill>
                <a:latin typeface="Arial"/>
                <a:cs typeface="Arial"/>
              </a:rPr>
              <a:t>berndt</a:t>
            </a:r>
            <a:r>
              <a:rPr lang="pt-BR"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endParaRPr sz="2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850" b="1" dirty="0">
                <a:solidFill>
                  <a:srgbClr val="FF6428"/>
                </a:solidFill>
                <a:latin typeface="Arial"/>
                <a:cs typeface="Arial"/>
              </a:rPr>
              <a:t>Período:</a:t>
            </a:r>
            <a:r>
              <a:rPr sz="2850" b="1" spc="-25" dirty="0">
                <a:solidFill>
                  <a:srgbClr val="FF6428"/>
                </a:solidFill>
                <a:latin typeface="Arial"/>
                <a:cs typeface="Arial"/>
              </a:rPr>
              <a:t> </a:t>
            </a:r>
            <a:r>
              <a:rPr lang="pt-BR" sz="2850" b="1" spc="-25" dirty="0">
                <a:solidFill>
                  <a:srgbClr val="FF6428"/>
                </a:solidFill>
                <a:latin typeface="Arial"/>
                <a:cs typeface="Arial"/>
              </a:rPr>
              <a:t>01/205 a 03/2025</a:t>
            </a:r>
            <a:endParaRPr sz="2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371600" y="876300"/>
            <a:ext cx="12877800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400" b="0" dirty="0">
                <a:latin typeface="Arial MT"/>
              </a:rPr>
              <a:t>Espelhamento GR e Frota Filial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60AD840-0749-4BAE-A5E7-0ABF8F93C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4991100"/>
            <a:ext cx="9296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2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61259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5850" b="0" dirty="0">
                <a:solidFill>
                  <a:srgbClr val="07073B"/>
                </a:solidFill>
                <a:latin typeface="Arial MT"/>
                <a:cs typeface="Arial MT"/>
              </a:rPr>
              <a:t> GR &amp; frota </a:t>
            </a: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2781300"/>
            <a:ext cx="17119600" cy="28818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Ação = Sistema Gestran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Entrei em contato com a filial e já tem um sistema </a:t>
            </a:r>
            <a:r>
              <a:rPr lang="pt-BR" sz="3000" dirty="0" err="1">
                <a:solidFill>
                  <a:srgbClr val="07073B"/>
                </a:solidFill>
                <a:latin typeface="Arial MT"/>
                <a:cs typeface="Arial MT"/>
              </a:rPr>
              <a:t>la</a:t>
            </a: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pra controle da frota e já esta rodando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Sobre o GR estão bem instruído sobre os valores e bloqueado no sistema para não ter o risco de seguir viagem sem o GR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480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371600" y="952500"/>
            <a:ext cx="6553200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5850" b="0" dirty="0">
                <a:solidFill>
                  <a:srgbClr val="07073B"/>
                </a:solidFill>
                <a:latin typeface="Arial MT"/>
                <a:cs typeface="Arial MT"/>
              </a:rPr>
              <a:t>Motorista Padrão Fabricio / Robson</a:t>
            </a:r>
            <a:endParaRPr sz="5850" dirty="0">
              <a:latin typeface="Arial MT"/>
              <a:cs typeface="Arial M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BB27ED-49CD-4F51-9BD6-072004CFF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4152900"/>
            <a:ext cx="9144000" cy="42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8737600" cy="422936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 </a:t>
            </a:r>
            <a:r>
              <a:rPr lang="pt-BR" sz="3000" dirty="0" err="1">
                <a:solidFill>
                  <a:srgbClr val="07073B"/>
                </a:solidFill>
                <a:latin typeface="Arial MT"/>
                <a:cs typeface="Arial MT"/>
              </a:rPr>
              <a:t>Acão</a:t>
            </a: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:Treinamento </a:t>
            </a:r>
            <a:r>
              <a:rPr lang="pt-BR" sz="3000" dirty="0" err="1">
                <a:solidFill>
                  <a:srgbClr val="07073B"/>
                </a:solidFill>
                <a:latin typeface="Arial MT"/>
                <a:cs typeface="Arial MT"/>
              </a:rPr>
              <a:t>fabeti</a:t>
            </a: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 Realizando nova cotação para dar continuidade </a:t>
            </a: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Já conversado com os motoristas sobre o treinamento e ambos toparam </a:t>
            </a: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Vamos decidir ainda quem vai </a:t>
            </a: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sz="3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13837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850" b="0" dirty="0">
                <a:latin typeface="Arial MT"/>
              </a:rPr>
              <a:t>Reestruturar Setor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4927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endParaRPr sz="3000" dirty="0">
              <a:latin typeface="Arial MT"/>
              <a:cs typeface="Arial M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6D9F41-F648-4B94-A0D7-BF3656FC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410074"/>
            <a:ext cx="755332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34086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3° turno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lang="pt-BR" sz="3000" spc="-10" dirty="0" err="1">
                <a:solidFill>
                  <a:srgbClr val="07073B"/>
                </a:solidFill>
                <a:latin typeface="Arial MT"/>
                <a:cs typeface="Arial MT"/>
              </a:rPr>
              <a:t>Concluido</a:t>
            </a: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Treinar Matheus para auxiliar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 err="1">
                <a:solidFill>
                  <a:srgbClr val="07073B"/>
                </a:solidFill>
                <a:latin typeface="Arial MT"/>
                <a:cs typeface="Arial MT"/>
              </a:rPr>
              <a:t>Concluido</a:t>
            </a: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66415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850" b="0" dirty="0">
                <a:latin typeface="Arial MT"/>
              </a:rPr>
              <a:t>Relatório De Vacância Por Veiculo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145937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3083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2434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Profissionalização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0261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98597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850" b="0" dirty="0">
                <a:latin typeface="Arial MT"/>
              </a:rPr>
              <a:t>Renovação Frota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145937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67E020-3011-422C-8F4F-4509B40B2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1" y="4462462"/>
            <a:ext cx="7948612" cy="29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6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535787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Buscar veículos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Estou em busca nas garagens e sites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Definir orçamento para renovar frota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Não foi conversado sobre isso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Avaliação detalhada por veiculo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Já foi falado em uma reunião </a:t>
            </a:r>
          </a:p>
        </p:txBody>
      </p:sp>
    </p:spTree>
    <p:extLst>
      <p:ext uri="{BB962C8B-B14F-4D97-AF65-F5344CB8AC3E}">
        <p14:creationId xmlns:p14="http://schemas.microsoft.com/office/powerpoint/2010/main" val="381576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6887994" cy="320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Segurança</a:t>
            </a:r>
            <a:br>
              <a:rPr lang="pt-BR" dirty="0"/>
            </a:b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48474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471DFB-5D89-4210-B4AD-08B7CDCA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848100"/>
            <a:ext cx="9372600" cy="40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9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876906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Conscientizar motoristas enviando vídeos no grupo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Ainda não procurei nada a respeito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Eventos simples, bate papo, churrascos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Tenho falado com eles sobre a importância da segurança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Liberação de agentes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Cobrando da controladoria o contrato com eles sobre o assunto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</a:t>
            </a:r>
            <a:r>
              <a:rPr lang="pt-BR" sz="3000" spc="-10" dirty="0" err="1">
                <a:solidFill>
                  <a:srgbClr val="07073B"/>
                </a:solidFill>
                <a:latin typeface="Arial MT"/>
                <a:cs typeface="Arial MT"/>
              </a:rPr>
              <a:t>Monitoriamento</a:t>
            </a: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de câmeras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Pedro da noite já tem acesso as câmeras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5365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633250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Ainda na procura de alguma empresa pra dar suporte sobre isso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Ajuste acesso entrada facial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Suspenso por enquanto   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Grupo único matriz x filial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já temos um grupo hoje ( motoristas )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Quadro motorista veiculo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Já elaborado e enviado a operação   </a:t>
            </a:r>
          </a:p>
        </p:txBody>
      </p:sp>
    </p:spTree>
    <p:extLst>
      <p:ext uri="{BB962C8B-B14F-4D97-AF65-F5344CB8AC3E}">
        <p14:creationId xmlns:p14="http://schemas.microsoft.com/office/powerpoint/2010/main" val="3828699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320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dirty="0">
                <a:latin typeface="Arial MT"/>
              </a:rPr>
              <a:t> </a:t>
            </a:r>
            <a:r>
              <a:rPr lang="pt-BR" sz="5850" b="0" dirty="0">
                <a:latin typeface="Arial MT"/>
              </a:rPr>
              <a:t>Socorro Caixa Frota</a:t>
            </a:r>
            <a:br>
              <a:rPr lang="pt-BR" dirty="0"/>
            </a:b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97206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648595-E01E-44F7-83A4-77541D0E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091032"/>
            <a:ext cx="9525000" cy="42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18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58451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Ação =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7266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0A3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OBRIGADA!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336</Words>
  <Application>Microsoft Office PowerPoint</Application>
  <PresentationFormat>Personalizar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Arial MT</vt:lpstr>
      <vt:lpstr>Wingdings</vt:lpstr>
      <vt:lpstr>Office Theme</vt:lpstr>
      <vt:lpstr>Apresentação do PowerPoint</vt:lpstr>
      <vt:lpstr>Espelhamento GR e Frota Filial</vt:lpstr>
      <vt:lpstr> GR &amp; frota </vt:lpstr>
      <vt:lpstr>Motorista Padrão Fabricio / Robson</vt:lpstr>
      <vt:lpstr>Seu Título</vt:lpstr>
      <vt:lpstr>Reestruturar Setor</vt:lpstr>
      <vt:lpstr>Seu Título</vt:lpstr>
      <vt:lpstr>Relatório De Vacância Por Veiculo</vt:lpstr>
      <vt:lpstr>Seu Título</vt:lpstr>
      <vt:lpstr>Renovação Frota</vt:lpstr>
      <vt:lpstr> titulo </vt:lpstr>
      <vt:lpstr> Segurança  </vt:lpstr>
      <vt:lpstr> titulo </vt:lpstr>
      <vt:lpstr> titulo </vt:lpstr>
      <vt:lpstr> Socorro Caixa Frota  </vt:lpstr>
      <vt:lpstr> titulo </vt:lpstr>
      <vt:lpstr>Apresentação do PowerPoint</vt:lpstr>
      <vt:lpstr>OBRIGADA!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ApresentaçãoPadrãoPE</dc:title>
  <dc:creator>Maria Karolaine</dc:creator>
  <cp:keywords>DAGgNfIKBS8,BACpeTO2WNM,0</cp:keywords>
  <cp:lastModifiedBy>Usuário</cp:lastModifiedBy>
  <cp:revision>16</cp:revision>
  <dcterms:created xsi:type="dcterms:W3CDTF">2025-03-21T18:02:41Z</dcterms:created>
  <dcterms:modified xsi:type="dcterms:W3CDTF">2025-03-27T22:22:59Z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Creator">
    <vt:lpwstr>Canva</vt:lpwstr>
  </property>
  <property fmtid="{D5CDD505-2E9C-101B-9397-08002B2CF9AE}" pid="4" name="LastSaved">
    <vt:filetime>2025-03-21T00:00:00Z</vt:filetime>
  </property>
  <property fmtid="{D5CDD505-2E9C-101B-9397-08002B2CF9AE}" pid="5" name="Producer">
    <vt:lpwstr>Canva</vt:lpwstr>
  </property>
</Properties>
</file>