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2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3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4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5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6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7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8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85" r:id="rId4"/>
    <p:sldId id="304" r:id="rId5"/>
    <p:sldId id="305" r:id="rId6"/>
    <p:sldId id="306" r:id="rId7"/>
    <p:sldId id="290" r:id="rId8"/>
    <p:sldId id="286" r:id="rId9"/>
    <p:sldId id="287" r:id="rId10"/>
    <p:sldId id="288" r:id="rId11"/>
    <p:sldId id="292" r:id="rId12"/>
    <p:sldId id="293" r:id="rId13"/>
    <p:sldId id="295" r:id="rId14"/>
    <p:sldId id="298" r:id="rId15"/>
    <p:sldId id="301" r:id="rId16"/>
    <p:sldId id="289" r:id="rId17"/>
    <p:sldId id="280" r:id="rId18"/>
    <p:sldId id="296" r:id="rId19"/>
    <p:sldId id="281" r:id="rId20"/>
    <p:sldId id="297" r:id="rId21"/>
    <p:sldId id="300" r:id="rId22"/>
    <p:sldId id="302" r:id="rId23"/>
    <p:sldId id="303" r:id="rId24"/>
    <p:sldId id="264" r:id="rId25"/>
  </p:sldIdLst>
  <p:sldSz cx="18288000" cy="10287000"/>
  <p:notesSz cx="6858000" cy="9144000"/>
  <p:embeddedFontLst>
    <p:embeddedFont>
      <p:font typeface="Arial Bold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2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6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8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0.91317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620ECC02-68E9-44DF-A449-095661C3796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5803116" cy="7797335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0.09177</cdr:x>
      <cdr:y>0</cdr:y>
    </cdr:from>
    <cdr:to>
      <cdr:x>0.90735</cdr:x>
      <cdr:y>0.90227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ECF7737B-820B-4E0D-96FA-FE92289F1B4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588166" y="0"/>
          <a:ext cx="14114292" cy="7035336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0.09075</cdr:x>
      <cdr:y>0</cdr:y>
    </cdr:from>
    <cdr:to>
      <cdr:x>0.91534</cdr:x>
      <cdr:y>0.92871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6BAB93B3-22CC-4A76-9102-53D90055709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18" y="0"/>
          <a:ext cx="15925799" cy="7321042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0.12163</cdr:x>
      <cdr:y>0.00122</cdr:y>
    </cdr:from>
    <cdr:to>
      <cdr:x>0.91794</cdr:x>
      <cdr:y>0.9201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14A0A172-1EF1-4E4E-B04E-345F6050057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428266" y="9525"/>
          <a:ext cx="15897834" cy="7187736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0.13415</cdr:x>
      <cdr:y>0</cdr:y>
    </cdr:from>
    <cdr:to>
      <cdr:x>0.90351</cdr:x>
      <cdr:y>0.90914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47D9CB5E-D967-40DA-9E78-291418A1CC1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590818" y="0"/>
          <a:ext cx="14858997" cy="7111536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0.97326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D6134C85-2ED5-4E71-9B31-67A115F6F24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5673857" cy="7197216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0.05256</cdr:x>
      <cdr:y>0.05142</cdr:y>
    </cdr:from>
    <cdr:to>
      <cdr:x>0.86327</cdr:x>
      <cdr:y>0.92243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B9879F5E-78DE-4763-89CB-C23F1B4A7A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042990" y="471489"/>
          <a:ext cx="16088868" cy="7986184"/>
        </a:xfrm>
        <a:prstGeom xmlns:a="http://schemas.openxmlformats.org/drawingml/2006/main" prst="rect">
          <a:avLst/>
        </a:prstGeom>
      </cdr:spPr>
    </cdr:pic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0.08831</cdr:x>
      <cdr:y>0.06896</cdr:y>
    </cdr:from>
    <cdr:to>
      <cdr:x>0.84944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DCECACD-81E2-426E-9C91-FEB1B3C9A5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00" y="632289"/>
          <a:ext cx="15104893" cy="8536647"/>
        </a:xfrm>
        <a:prstGeom xmlns:a="http://schemas.openxmlformats.org/drawingml/2006/main" prst="rect">
          <a:avLst/>
        </a:prstGeom>
      </cdr:spPr>
    </cdr:pic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0.10367</cdr:x>
      <cdr:y>0.06296</cdr:y>
    </cdr:from>
    <cdr:to>
      <cdr:x>0.85625</cdr:x>
      <cdr:y>0.83179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50CC29E3-A1E2-4A1D-ABD7-35D71A996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57401" y="632289"/>
          <a:ext cx="14935199" cy="772113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03-2026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67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680621"/>
              </p:ext>
            </p:extLst>
          </p:nvPr>
        </p:nvGraphicFramePr>
        <p:xfrm>
          <a:off x="3505199" y="1765765"/>
          <a:ext cx="14990073" cy="71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10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FC32B1DC-65AD-4B2B-95BE-48BB25908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5" y="495300"/>
            <a:ext cx="15426981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998F0F8A-44CE-43EE-8F51-F0F26CD6A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4" y="409574"/>
            <a:ext cx="16344513" cy="846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447EB9DD-15D1-4AF7-B6BE-DB8D00F37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5" y="723902"/>
            <a:ext cx="16150747" cy="822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5924DC39-4782-420D-A04B-780E4B1A4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5" y="714374"/>
            <a:ext cx="16227928" cy="816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B2AE-398B-08D5-72B1-A60AFE34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8ABB3-1D41-3FC7-AB6F-0010DFE744B2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69C83B-755A-E7E4-3949-7911C827002C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23EBC0-C4A1-041B-FE8F-D60FB7A140F5}"/>
              </a:ext>
            </a:extLst>
          </p:cNvPr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Preventiva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0F6BB-C472-977B-5D33-30C8FBF05C74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1060F2-B713-F6BC-8538-12930DC17460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416B7B2-D624-EE94-B4FF-290E4DDB9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027263"/>
              </p:ext>
            </p:extLst>
          </p:nvPr>
        </p:nvGraphicFramePr>
        <p:xfrm>
          <a:off x="1155035" y="1765764"/>
          <a:ext cx="17305790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755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Corretiva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pt-BR" sz="5884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F344EAB-19A8-EB09-AE40-6E84BA533F8F}"/>
              </a:ext>
            </a:extLst>
          </p:cNvPr>
          <p:cNvSpPr/>
          <p:nvPr/>
        </p:nvSpPr>
        <p:spPr>
          <a:xfrm>
            <a:off x="-1" y="8877300"/>
            <a:ext cx="18288001" cy="14097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023AD2-3B79-4835-9241-B9A1E6EDB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485900"/>
            <a:ext cx="13487399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Socorro </a:t>
            </a:r>
            <a:endParaRPr lang="pt-BR" sz="5884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664D922-D62A-8199-5998-E48D19F8C57D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7DEEFA-F567-4BCC-88CD-C65A79CE4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485900"/>
            <a:ext cx="12268200" cy="807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7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Acessorios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18C5FBB3-1545-20C2-BAD5-F0DD5D6E9E70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EB335E-AF51-4140-A5A9-2C734CE21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712212"/>
            <a:ext cx="13411200" cy="76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Bau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D3583E-B6A6-4FBE-BCDE-765936FD6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00" y="1721737"/>
            <a:ext cx="16687800" cy="784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Lavação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AEEF47-6BB0-4388-97CB-914BC9583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562101"/>
            <a:ext cx="1409700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48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Pneus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70BAEC-7739-4C3D-BEC7-CCFDB8825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562100"/>
            <a:ext cx="14173199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855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MKG1B33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APH4G43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RYY7F89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QHC7F95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NPJ4E43 ( FALTA )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4470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MLX8C23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EPP6H50 ( FALTA )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MLU0908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FVE9D27 ( FALTA ) 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00625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427133"/>
              </p:ext>
            </p:extLst>
          </p:nvPr>
        </p:nvGraphicFramePr>
        <p:xfrm>
          <a:off x="-19" y="1832483"/>
          <a:ext cx="19313465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121342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9897426"/>
              </p:ext>
            </p:extLst>
          </p:nvPr>
        </p:nvGraphicFramePr>
        <p:xfrm>
          <a:off x="-18" y="1765764"/>
          <a:ext cx="19313466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735271"/>
              </p:ext>
            </p:extLst>
          </p:nvPr>
        </p:nvGraphicFramePr>
        <p:xfrm>
          <a:off x="2667002" y="1765764"/>
          <a:ext cx="15041968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142257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579973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99742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105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36F051F-1587-41A5-9B3E-218269CD4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765764"/>
            <a:ext cx="14535148" cy="726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51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3229</TotalTime>
  <Words>210</Words>
  <Application>Microsoft Office PowerPoint</Application>
  <PresentationFormat>Personalizar</PresentationFormat>
  <Paragraphs>94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</vt:lpstr>
      <vt:lpstr>Arial Bold</vt:lpstr>
      <vt:lpstr>Arial MT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86</cp:revision>
  <dcterms:created xsi:type="dcterms:W3CDTF">2006-08-16T00:00:00Z</dcterms:created>
  <dcterms:modified xsi:type="dcterms:W3CDTF">2026-04-22T22:39:06Z</dcterms:modified>
  <dc:identifier>DAGkDGwIfr0</dc:identifier>
</cp:coreProperties>
</file>