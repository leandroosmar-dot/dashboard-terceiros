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1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2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3.xml" ContentType="application/vnd.openxmlformats-officedocument.drawingml.chartshape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4.xml" ContentType="application/vnd.openxmlformats-officedocument.drawingml.chartshapes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5.xml" ContentType="application/vnd.openxmlformats-officedocument.drawingml.chartshape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6.xml" ContentType="application/vnd.openxmlformats-officedocument.drawingml.chartshapes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drawings/drawing7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85" r:id="rId3"/>
    <p:sldId id="318" r:id="rId4"/>
    <p:sldId id="310" r:id="rId5"/>
    <p:sldId id="320" r:id="rId6"/>
    <p:sldId id="321" r:id="rId7"/>
    <p:sldId id="307" r:id="rId8"/>
    <p:sldId id="306" r:id="rId9"/>
    <p:sldId id="315" r:id="rId10"/>
    <p:sldId id="311" r:id="rId11"/>
    <p:sldId id="289" r:id="rId12"/>
    <p:sldId id="280" r:id="rId13"/>
    <p:sldId id="296" r:id="rId14"/>
    <p:sldId id="297" r:id="rId15"/>
    <p:sldId id="319" r:id="rId16"/>
    <p:sldId id="300" r:id="rId17"/>
    <p:sldId id="302" r:id="rId18"/>
    <p:sldId id="264" r:id="rId19"/>
  </p:sldIdLst>
  <p:sldSz cx="18288000" cy="10287000"/>
  <p:notesSz cx="6858000" cy="9144000"/>
  <p:embeddedFontLst>
    <p:embeddedFont>
      <p:font typeface="Arial Bold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2" autoAdjust="0"/>
  </p:normalViewPr>
  <p:slideViewPr>
    <p:cSldViewPr>
      <p:cViewPr varScale="1">
        <p:scale>
          <a:sx n="64" d="100"/>
          <a:sy n="64" d="100"/>
        </p:scale>
        <p:origin x="3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1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2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3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4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5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6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chartUserShapes" Target="../drawings/drawing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drawing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0.98142</cdr:x>
      <cdr:y>0.89897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5F8CD624-DB6D-4810-98C8-5BA411031E8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7936718" cy="7086600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0.06474</cdr:x>
      <cdr:y>0.02663</cdr:y>
    </cdr:from>
    <cdr:to>
      <cdr:x>0.96559</cdr:x>
      <cdr:y>0.90059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8C3A08CC-3EC0-4FAB-AAAF-F32C92D87CA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292527" y="208302"/>
          <a:ext cx="17984844" cy="6836323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0.94445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47B4E3F4-B256-4F99-A0DE-0EBF3EC2A39E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7882956" cy="7387761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0.08615</cdr:x>
      <cdr:y>0.08466</cdr:y>
    </cdr:from>
    <cdr:to>
      <cdr:x>0.83873</cdr:x>
      <cdr:y>0.94897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BC3C9DE8-0BA0-4645-A861-430F846838B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09737" y="776285"/>
          <a:ext cx="14935205" cy="7924803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0.06162</cdr:x>
      <cdr:y>0.06896</cdr:y>
    </cdr:from>
    <cdr:to>
      <cdr:x>0.37413</cdr:x>
      <cdr:y>0.86743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464EC414-84CD-4AF4-96B8-A67500B0E8C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222822" y="632289"/>
          <a:ext cx="6201916" cy="7321087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0.37058</cdr:x>
      <cdr:y>0.06169</cdr:y>
    </cdr:from>
    <cdr:to>
      <cdr:x>0.66733</cdr:x>
      <cdr:y>0.86743</cdr:y>
    </cdr:to>
    <cdr:pic>
      <cdr:nvPicPr>
        <cdr:cNvPr id="5" name="chart">
          <a:extLst xmlns:a="http://schemas.openxmlformats.org/drawingml/2006/main">
            <a:ext uri="{FF2B5EF4-FFF2-40B4-BE49-F238E27FC236}">
              <a16:creationId xmlns:a16="http://schemas.microsoft.com/office/drawing/2014/main" id="{7217BDD8-7322-44AC-9F98-9BC6AFC0451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2"/>
        <a:stretch xmlns:a="http://schemas.openxmlformats.org/drawingml/2006/main">
          <a:fillRect/>
        </a:stretch>
      </cdr:blipFill>
      <cdr:spPr>
        <a:xfrm xmlns:a="http://schemas.openxmlformats.org/drawingml/2006/main">
          <a:off x="7354190" y="565615"/>
          <a:ext cx="5889116" cy="7387761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0.63907</cdr:x>
      <cdr:y>0.06598</cdr:y>
    </cdr:from>
    <cdr:to>
      <cdr:x>0.97656</cdr:x>
      <cdr:y>0.38385</cdr:y>
    </cdr:to>
    <cdr:pic>
      <cdr:nvPicPr>
        <cdr:cNvPr id="6" name="chart">
          <a:extLst xmlns:a="http://schemas.openxmlformats.org/drawingml/2006/main">
            <a:ext uri="{FF2B5EF4-FFF2-40B4-BE49-F238E27FC236}">
              <a16:creationId xmlns:a16="http://schemas.microsoft.com/office/drawing/2014/main" id="{742C2654-44F1-44BD-9C8F-582E6226F0F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3"/>
        <a:stretch xmlns:a="http://schemas.openxmlformats.org/drawingml/2006/main">
          <a:fillRect/>
        </a:stretch>
      </cdr:blipFill>
      <cdr:spPr>
        <a:xfrm xmlns:a="http://schemas.openxmlformats.org/drawingml/2006/main">
          <a:off x="12682541" y="604968"/>
          <a:ext cx="6697622" cy="2914520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0.66595</cdr:x>
      <cdr:y>0.36723</cdr:y>
    </cdr:from>
    <cdr:to>
      <cdr:x>0.97488</cdr:x>
      <cdr:y>0.8718</cdr:y>
    </cdr:to>
    <cdr:pic>
      <cdr:nvPicPr>
        <cdr:cNvPr id="7" name="chart">
          <a:extLst xmlns:a="http://schemas.openxmlformats.org/drawingml/2006/main">
            <a:ext uri="{FF2B5EF4-FFF2-40B4-BE49-F238E27FC236}">
              <a16:creationId xmlns:a16="http://schemas.microsoft.com/office/drawing/2014/main" id="{9A57D49F-A1D9-4B8F-B974-184A36C0F79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4"/>
        <a:stretch xmlns:a="http://schemas.openxmlformats.org/drawingml/2006/main">
          <a:fillRect/>
        </a:stretch>
      </cdr:blipFill>
      <cdr:spPr>
        <a:xfrm xmlns:a="http://schemas.openxmlformats.org/drawingml/2006/main">
          <a:off x="13215940" y="3367088"/>
          <a:ext cx="6130866" cy="4626407"/>
        </a:xfrm>
        <a:prstGeom xmlns:a="http://schemas.openxmlformats.org/drawingml/2006/main" prst="rect">
          <a:avLst/>
        </a:prstGeom>
      </cdr:spPr>
    </cdr:pic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0.08831</cdr:x>
      <cdr:y>0.06896</cdr:y>
    </cdr:from>
    <cdr:to>
      <cdr:x>0.84944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0DCECACD-81E2-426E-9C91-FEB1B3C9A58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52600" y="632289"/>
          <a:ext cx="15104893" cy="8536647"/>
        </a:xfrm>
        <a:prstGeom xmlns:a="http://schemas.openxmlformats.org/drawingml/2006/main" prst="rect">
          <a:avLst/>
        </a:prstGeom>
      </cdr:spPr>
    </cdr:pic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0.10367</cdr:x>
      <cdr:y>0.06296</cdr:y>
    </cdr:from>
    <cdr:to>
      <cdr:x>0.85625</cdr:x>
      <cdr:y>0.77868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50CC29E3-A1E2-4A1D-ABD7-35D71A996F1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057366" y="632288"/>
          <a:ext cx="14935206" cy="7187737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67F8B-2609-4C6A-B648-B712EA4B5DB5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6241-94DF-4EB4-974C-91D99427F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69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6241-94DF-4EB4-974C-91D99427F8F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84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0" y="7901902"/>
            <a:ext cx="18288000" cy="3735101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2337212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49777" y="312109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GR &amp; FROTA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375" y="6212853"/>
            <a:ext cx="7017584" cy="485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Apresentado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por: Leandro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osmar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berndt</a:t>
            </a:r>
            <a:endParaRPr lang="en-US" sz="2873" b="1" dirty="0">
              <a:solidFill>
                <a:srgbClr val="0B0B3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6375" y="6755773"/>
            <a:ext cx="8886718" cy="48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2864" b="1" dirty="0" err="1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Período</a:t>
            </a:r>
            <a:r>
              <a:rPr lang="en-US" sz="2864" b="1" dirty="0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: 06-2026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0"/>
            <a:ext cx="19313483" cy="98679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360047"/>
              </p:ext>
            </p:extLst>
          </p:nvPr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6" name="Imagem 15">
            <a:extLst>
              <a:ext uri="{FF2B5EF4-FFF2-40B4-BE49-F238E27FC236}">
                <a16:creationId xmlns:a16="http://schemas.microsoft.com/office/drawing/2014/main" id="{6C746B2D-39B6-4130-B28A-736E0DBC1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2" y="714376"/>
            <a:ext cx="15104893" cy="808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13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0"/>
            <a:ext cx="19313483" cy="98679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2" name="Imagem 11">
            <a:extLst>
              <a:ext uri="{FF2B5EF4-FFF2-40B4-BE49-F238E27FC236}">
                <a16:creationId xmlns:a16="http://schemas.microsoft.com/office/drawing/2014/main" id="{4A0B7AED-6060-400B-8CD9-25327AFAF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482" y="889174"/>
            <a:ext cx="16717518" cy="875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0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04556B8D-D296-4FDD-85F6-F286250444F2}"/>
              </a:ext>
            </a:extLst>
          </p:cNvPr>
          <p:cNvSpPr txBox="1"/>
          <p:nvPr/>
        </p:nvSpPr>
        <p:spPr>
          <a:xfrm>
            <a:off x="1905000" y="1485900"/>
            <a:ext cx="1558061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QIY4838 - Recuperado motor</a:t>
            </a:r>
          </a:p>
          <a:p>
            <a:r>
              <a:rPr lang="pt-BR" sz="4800" dirty="0"/>
              <a:t>MLX8C23 – Recuperado diferencial e trocado kit embreagem </a:t>
            </a:r>
          </a:p>
          <a:p>
            <a:r>
              <a:rPr lang="pt-BR" sz="4800" dirty="0"/>
              <a:t>MKG1B33 – Recuperado motor</a:t>
            </a:r>
          </a:p>
          <a:p>
            <a:r>
              <a:rPr lang="pt-BR" sz="4800" dirty="0"/>
              <a:t>NPJ4E43 – Trocado bomba de alta e recuperado bicos  injetores </a:t>
            </a:r>
          </a:p>
          <a:p>
            <a:r>
              <a:rPr lang="pt-BR" sz="4800" dirty="0"/>
              <a:t>  </a:t>
            </a:r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2279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04556B8D-D296-4FDD-85F6-F286250444F2}"/>
              </a:ext>
            </a:extLst>
          </p:cNvPr>
          <p:cNvSpPr txBox="1"/>
          <p:nvPr/>
        </p:nvSpPr>
        <p:spPr>
          <a:xfrm>
            <a:off x="1905000" y="1485900"/>
            <a:ext cx="15580613" cy="1024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QIY4838 – feito motor </a:t>
            </a:r>
          </a:p>
          <a:p>
            <a:r>
              <a:rPr lang="pt-BR" sz="4800" dirty="0"/>
              <a:t>Mkg1B33 – feito motor 2x  </a:t>
            </a:r>
          </a:p>
          <a:p>
            <a:r>
              <a:rPr lang="pt-BR" sz="4800" dirty="0"/>
              <a:t>Fve9D27 – feito motor </a:t>
            </a:r>
          </a:p>
          <a:p>
            <a:r>
              <a:rPr lang="pt-BR" sz="4800" dirty="0"/>
              <a:t>APH4G43 - Feito Motor </a:t>
            </a:r>
          </a:p>
          <a:p>
            <a:r>
              <a:rPr lang="pt-BR" sz="4800" dirty="0"/>
              <a:t>EPP6H50 – Feito Motor 06-2024</a:t>
            </a:r>
          </a:p>
          <a:p>
            <a:r>
              <a:rPr lang="pt-BR" sz="4800" dirty="0"/>
              <a:t>MKQ2E25 – Feito Motor  03-2025</a:t>
            </a:r>
          </a:p>
          <a:p>
            <a:r>
              <a:rPr lang="pt-BR" sz="4800" dirty="0"/>
              <a:t>GXH8043 - Feito Motor   03/2023</a:t>
            </a:r>
          </a:p>
          <a:p>
            <a:r>
              <a:rPr lang="pt-BR" sz="4800" dirty="0"/>
              <a:t>MIY6C60 -Esta em analise</a:t>
            </a:r>
            <a:br>
              <a:rPr lang="pt-BR" sz="4800" dirty="0"/>
            </a:br>
            <a:r>
              <a:rPr lang="pt-BR" sz="4800" dirty="0"/>
              <a:t>MLM9642 -Esta em analise</a:t>
            </a:r>
            <a:br>
              <a:rPr lang="pt-BR" sz="4800" dirty="0"/>
            </a:br>
            <a:r>
              <a:rPr lang="pt-BR" sz="4800" dirty="0"/>
              <a:t>QHC7F95 - Feito Motor  02-2021  </a:t>
            </a:r>
          </a:p>
          <a:p>
            <a:endParaRPr lang="pt-BR" sz="4800" dirty="0"/>
          </a:p>
          <a:p>
            <a:r>
              <a:rPr lang="pt-BR" sz="4800" dirty="0"/>
              <a:t>  </a:t>
            </a:r>
          </a:p>
          <a:p>
            <a:endParaRPr lang="pt-BR" sz="4800" dirty="0"/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0686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04556B8D-D296-4FDD-85F6-F286250444F2}"/>
              </a:ext>
            </a:extLst>
          </p:cNvPr>
          <p:cNvSpPr txBox="1"/>
          <p:nvPr/>
        </p:nvSpPr>
        <p:spPr>
          <a:xfrm>
            <a:off x="1866425" y="1452475"/>
            <a:ext cx="15580613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NPJ4E43- feito motor  06-2025  </a:t>
            </a:r>
          </a:p>
          <a:p>
            <a:r>
              <a:rPr lang="pt-BR" sz="4800" dirty="0"/>
              <a:t>MLU0908 – 04/2022  </a:t>
            </a:r>
          </a:p>
          <a:p>
            <a:r>
              <a:rPr lang="pt-BR" sz="4800" dirty="0"/>
              <a:t>OKG5I79 – Em analise </a:t>
            </a:r>
          </a:p>
          <a:p>
            <a:br>
              <a:rPr lang="pt-BR" sz="4800" dirty="0"/>
            </a:br>
            <a:r>
              <a:rPr lang="pt-BR" sz="4800" dirty="0"/>
              <a:t> </a:t>
            </a:r>
          </a:p>
          <a:p>
            <a:r>
              <a:rPr lang="pt-BR" sz="4800" dirty="0"/>
              <a:t>  </a:t>
            </a:r>
          </a:p>
          <a:p>
            <a:endParaRPr lang="pt-BR" sz="4800" dirty="0"/>
          </a:p>
          <a:p>
            <a:r>
              <a:rPr lang="pt-BR" sz="4800" dirty="0"/>
              <a:t>  </a:t>
            </a:r>
          </a:p>
          <a:p>
            <a:endParaRPr lang="pt-BR" sz="4800" dirty="0"/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6619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7AFE596E-3B5E-40B1-8BAB-EDA9A80C7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1958" y="725630"/>
            <a:ext cx="15732027" cy="783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38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A3621592-6FC4-402F-8BF0-827A347C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2486" y="571500"/>
            <a:ext cx="13118494" cy="845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73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7546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64B706D-E1E0-4FEB-AD4C-01FF6C89F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257300"/>
            <a:ext cx="14706600" cy="708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07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023720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69336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geradas</a:t>
            </a:r>
            <a:r>
              <a:rPr lang="en-US" sz="5844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0607232"/>
              </p:ext>
            </p:extLst>
          </p:nvPr>
        </p:nvGraphicFramePr>
        <p:xfrm>
          <a:off x="1189482" y="1866900"/>
          <a:ext cx="18276362" cy="7883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6506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destinos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2490044"/>
              </p:ext>
            </p:extLst>
          </p:nvPr>
        </p:nvGraphicFramePr>
        <p:xfrm>
          <a:off x="0" y="1765764"/>
          <a:ext cx="19964400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2326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Tempo medio de checklist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0841653"/>
              </p:ext>
            </p:extLst>
          </p:nvPr>
        </p:nvGraphicFramePr>
        <p:xfrm>
          <a:off x="1037707" y="1765764"/>
          <a:ext cx="17882959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17764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9269379"/>
              </p:ext>
            </p:extLst>
          </p:nvPr>
        </p:nvGraphicFramePr>
        <p:xfrm>
          <a:off x="-33340" y="1166812"/>
          <a:ext cx="19845339" cy="916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4571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9577265"/>
              </p:ext>
            </p:extLst>
          </p:nvPr>
        </p:nvGraphicFramePr>
        <p:xfrm>
          <a:off x="-33340" y="1166812"/>
          <a:ext cx="19845339" cy="916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5696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4579973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76149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1142647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0105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07533" y="6879598"/>
            <a:ext cx="21262145" cy="475740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21262145" y="0"/>
                </a:moveTo>
                <a:lnTo>
                  <a:pt x="0" y="0"/>
                </a:lnTo>
                <a:lnTo>
                  <a:pt x="0" y="4757404"/>
                </a:lnTo>
                <a:lnTo>
                  <a:pt x="21262145" y="4757404"/>
                </a:lnTo>
                <a:lnTo>
                  <a:pt x="2126214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1126600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370847" y="337042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9892</TotalTime>
  <Words>258</Words>
  <Application>Microsoft Office PowerPoint</Application>
  <PresentationFormat>Personalizar</PresentationFormat>
  <Paragraphs>128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Calibri</vt:lpstr>
      <vt:lpstr>Arial MT</vt:lpstr>
      <vt:lpstr>Arial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ApresentaçãoPadrãoPE</dc:title>
  <dc:creator>Usuário</dc:creator>
  <cp:lastModifiedBy>Leandro Osmar</cp:lastModifiedBy>
  <cp:revision>98</cp:revision>
  <dcterms:created xsi:type="dcterms:W3CDTF">2006-08-16T00:00:00Z</dcterms:created>
  <dcterms:modified xsi:type="dcterms:W3CDTF">2026-07-15T19:46:23Z</dcterms:modified>
  <dc:identifier>DAGkDGwIfr0</dc:identifier>
</cp:coreProperties>
</file>