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3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4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5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6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7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8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85" r:id="rId4"/>
    <p:sldId id="304" r:id="rId5"/>
    <p:sldId id="305" r:id="rId6"/>
    <p:sldId id="306" r:id="rId7"/>
    <p:sldId id="290" r:id="rId8"/>
    <p:sldId id="286" r:id="rId9"/>
    <p:sldId id="287" r:id="rId10"/>
    <p:sldId id="288" r:id="rId11"/>
    <p:sldId id="292" r:id="rId12"/>
    <p:sldId id="293" r:id="rId13"/>
    <p:sldId id="295" r:id="rId14"/>
    <p:sldId id="298" r:id="rId15"/>
    <p:sldId id="301" r:id="rId16"/>
    <p:sldId id="289" r:id="rId17"/>
    <p:sldId id="280" r:id="rId18"/>
    <p:sldId id="296" r:id="rId19"/>
    <p:sldId id="281" r:id="rId20"/>
    <p:sldId id="297" r:id="rId21"/>
    <p:sldId id="300" r:id="rId22"/>
    <p:sldId id="302" r:id="rId23"/>
    <p:sldId id="303" r:id="rId24"/>
    <p:sldId id="264" r:id="rId25"/>
  </p:sldIdLst>
  <p:sldSz cx="18288000" cy="10287000"/>
  <p:notesSz cx="6858000" cy="9144000"/>
  <p:embeddedFontLst>
    <p:embeddedFont>
      <p:font typeface="Arial Bold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0.08292</cdr:x>
      <cdr:y>0</cdr:y>
    </cdr:from>
    <cdr:to>
      <cdr:x>0.97251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2B4A857-B553-44DE-A924-4112E622AC9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242933" y="-1765765"/>
          <a:ext cx="13335001" cy="71877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0.04961</cdr:x>
      <cdr:y>0</cdr:y>
    </cdr:from>
    <cdr:to>
      <cdr:x>1</cdr:x>
      <cdr:y>0.84221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DFF9E09-F649-4D59-8695-036CD677DCF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715906" y="-1845603"/>
          <a:ext cx="13713327" cy="656699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0.09075</cdr:x>
      <cdr:y>0</cdr:y>
    </cdr:from>
    <cdr:to>
      <cdr:x>0.91534</cdr:x>
      <cdr:y>0.92871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BAB93B3-22CC-4A76-9102-53D90055709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18" y="0"/>
          <a:ext cx="15925799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0.12163</cdr:x>
      <cdr:y>0.00122</cdr:y>
    </cdr:from>
    <cdr:to>
      <cdr:x>0.91794</cdr:x>
      <cdr:y>0.9201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4A0A172-1EF1-4E4E-B04E-345F6050057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428266" y="9525"/>
          <a:ext cx="15897834" cy="7187736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0.13415</cdr:x>
      <cdr:y>0</cdr:y>
    </cdr:from>
    <cdr:to>
      <cdr:x>0.90351</cdr:x>
      <cdr:y>0.90914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47D9CB5E-D967-40DA-9E78-291418A1CC1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590818" y="0"/>
          <a:ext cx="14858997" cy="7111536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0.97326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6134C85-2ED5-4E71-9B31-67A115F6F24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673857" cy="7197216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0.05256</cdr:x>
      <cdr:y>0.05142</cdr:y>
    </cdr:from>
    <cdr:to>
      <cdr:x>0.86327</cdr:x>
      <cdr:y>0.92243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B9879F5E-78DE-4763-89CB-C23F1B4A7A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042990" y="471489"/>
          <a:ext cx="16088868" cy="7986184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03-2026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4462430"/>
              </p:ext>
            </p:extLst>
          </p:nvPr>
        </p:nvGraphicFramePr>
        <p:xfrm>
          <a:off x="3505199" y="1765765"/>
          <a:ext cx="14990073" cy="71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57B94DD-6AD4-4052-8384-E50FB77D38E9}"/>
              </a:ext>
            </a:extLst>
          </p:cNvPr>
          <p:cNvSpPr txBox="1"/>
          <p:nvPr/>
        </p:nvSpPr>
        <p:spPr>
          <a:xfrm>
            <a:off x="651227" y="2418524"/>
            <a:ext cx="3768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</a:t>
            </a:r>
            <a:r>
              <a:rPr lang="pt-BR" sz="4800" b="1" dirty="0">
                <a:solidFill>
                  <a:srgbClr val="FF0000"/>
                </a:solidFill>
              </a:rPr>
              <a:t>$</a:t>
            </a:r>
            <a:r>
              <a:rPr lang="pt-BR" sz="4800" dirty="0">
                <a:solidFill>
                  <a:srgbClr val="FF0000"/>
                </a:solidFill>
              </a:rPr>
              <a:t> 101.564,39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 Uma redução de 23,68%</a:t>
            </a:r>
          </a:p>
        </p:txBody>
      </p:sp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FC32B1DC-65AD-4B2B-95BE-48BB25908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495300"/>
            <a:ext cx="15426981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998F0F8A-44CE-43EE-8F51-F0F26CD6A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4" y="409574"/>
            <a:ext cx="16344513" cy="84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447EB9DD-15D1-4AF7-B6BE-DB8D00F37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723902"/>
            <a:ext cx="16150747" cy="822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5924DC39-4782-420D-A04B-780E4B1A4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714374"/>
            <a:ext cx="16227928" cy="81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826518"/>
              </p:ext>
            </p:extLst>
          </p:nvPr>
        </p:nvGraphicFramePr>
        <p:xfrm>
          <a:off x="1929383" y="1845603"/>
          <a:ext cx="14429233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625AA7-AABD-4CC0-9971-D88B411D7AF5}"/>
              </a:ext>
            </a:extLst>
          </p:cNvPr>
          <p:cNvSpPr txBox="1"/>
          <p:nvPr/>
        </p:nvSpPr>
        <p:spPr>
          <a:xfrm>
            <a:off x="152400" y="1866900"/>
            <a:ext cx="3657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R$ 62.104,71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Uma redução de 39,65%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3D4040B-EA83-44A7-93EB-D87ECFC3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721737"/>
            <a:ext cx="12496800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BE60AA-6A09-4A58-9048-1DAC1F2F4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638300"/>
            <a:ext cx="13792200" cy="74676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828132D-8189-4BED-9E21-763F1B0D67C4}"/>
              </a:ext>
            </a:extLst>
          </p:cNvPr>
          <p:cNvSpPr txBox="1"/>
          <p:nvPr/>
        </p:nvSpPr>
        <p:spPr>
          <a:xfrm>
            <a:off x="304800" y="1943100"/>
            <a:ext cx="388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Mês 03-2026 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R$ 3.780,00</a:t>
            </a:r>
          </a:p>
          <a:p>
            <a:endParaRPr lang="pt-BR" sz="4800" dirty="0">
              <a:solidFill>
                <a:srgbClr val="FF0000"/>
              </a:solidFill>
            </a:endParaRPr>
          </a:p>
          <a:p>
            <a:r>
              <a:rPr lang="pt-BR" sz="4800" dirty="0">
                <a:solidFill>
                  <a:srgbClr val="FF0000"/>
                </a:solidFill>
              </a:rPr>
              <a:t>Aumento de 392,48 %</a:t>
            </a:r>
          </a:p>
        </p:txBody>
      </p:sp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B24CFD-229D-4BD7-ACA3-060D26CF8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721737"/>
            <a:ext cx="14249399" cy="76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2E7098-DCBA-48E3-9572-655FC5ED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866900"/>
            <a:ext cx="13411199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D786C4-B679-4503-A0B5-8A1BF91CA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21737"/>
            <a:ext cx="15087600" cy="753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8C9255-5402-4C63-9D2A-2D6FFBE1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1721737"/>
            <a:ext cx="17526000" cy="768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427133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12134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9897426"/>
              </p:ext>
            </p:extLst>
          </p:nvPr>
        </p:nvGraphicFramePr>
        <p:xfrm>
          <a:off x="-18" y="1765764"/>
          <a:ext cx="19313466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735271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142257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36F051F-1587-41A5-9B3E-218269CD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65764"/>
            <a:ext cx="14535148" cy="72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3375</TotalTime>
  <Words>237</Words>
  <Application>Microsoft Office PowerPoint</Application>
  <PresentationFormat>Personalizar</PresentationFormat>
  <Paragraphs>109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Wingdings</vt:lpstr>
      <vt:lpstr>Arial</vt:lpstr>
      <vt:lpstr>Arial MT</vt:lpstr>
      <vt:lpstr>Arial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87</cp:revision>
  <dcterms:created xsi:type="dcterms:W3CDTF">2006-08-16T00:00:00Z</dcterms:created>
  <dcterms:modified xsi:type="dcterms:W3CDTF">2026-05-07T21:13:04Z</dcterms:modified>
  <dc:identifier>DAGkDGwIfr0</dc:identifier>
</cp:coreProperties>
</file>