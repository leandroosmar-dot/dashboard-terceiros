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1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2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3.xml" ContentType="application/vnd.openxmlformats-officedocument.drawingml.chartshape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4.xml" ContentType="application/vnd.openxmlformats-officedocument.drawingml.chartshapes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rawings/drawing5.xml" ContentType="application/vnd.openxmlformats-officedocument.drawingml.chartshapes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6.xml" ContentType="application/vnd.openxmlformats-officedocument.drawingml.chartshapes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drawings/drawing7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85" r:id="rId3"/>
    <p:sldId id="318" r:id="rId4"/>
    <p:sldId id="304" r:id="rId5"/>
    <p:sldId id="310" r:id="rId6"/>
    <p:sldId id="307" r:id="rId7"/>
    <p:sldId id="306" r:id="rId8"/>
    <p:sldId id="315" r:id="rId9"/>
    <p:sldId id="316" r:id="rId10"/>
    <p:sldId id="317" r:id="rId11"/>
    <p:sldId id="311" r:id="rId12"/>
    <p:sldId id="312" r:id="rId13"/>
    <p:sldId id="314" r:id="rId14"/>
    <p:sldId id="313" r:id="rId15"/>
    <p:sldId id="281" r:id="rId16"/>
    <p:sldId id="298" r:id="rId17"/>
    <p:sldId id="301" r:id="rId18"/>
    <p:sldId id="289" r:id="rId19"/>
    <p:sldId id="280" r:id="rId20"/>
    <p:sldId id="296" r:id="rId21"/>
    <p:sldId id="297" r:id="rId22"/>
    <p:sldId id="300" r:id="rId23"/>
    <p:sldId id="302" r:id="rId24"/>
    <p:sldId id="264" r:id="rId25"/>
  </p:sldIdLst>
  <p:sldSz cx="18288000" cy="10287000"/>
  <p:notesSz cx="6858000" cy="9144000"/>
  <p:embeddedFontLst>
    <p:embeddedFont>
      <p:font typeface="Arial Bold" panose="020B0604020202020204" charset="0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22" autoAdjust="0"/>
  </p:normalViewPr>
  <p:slideViewPr>
    <p:cSldViewPr>
      <p:cViewPr varScale="1">
        <p:scale>
          <a:sx n="64" d="100"/>
          <a:sy n="64" d="100"/>
        </p:scale>
        <p:origin x="38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2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3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4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chartUserShapes" Target="../drawings/drawing5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6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chartUserShapes" Target="../drawings/drawing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F0F3B200-5ECC-4020-9C81-A775FD30B7B1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5041968" cy="7197217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0.95085</cdr:x>
      <cdr:y>0.92871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5779F56C-8690-4AC4-902E-C8C479F4773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8364216" cy="7321042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0.04848</cdr:x>
      <cdr:y>0.04453</cdr:y>
    </cdr:from>
    <cdr:to>
      <cdr:x>0.91603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EF2A27A9-A16D-430D-A666-00081B115BC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967930" y="348331"/>
          <a:ext cx="17320070" cy="7473942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0.98953</cdr:x>
      <cdr:y>0.96759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CAE298C4-0384-4F01-B655-AEA467E5E022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7695709" cy="7568736"/>
        </a:xfrm>
        <a:prstGeom xmlns:a="http://schemas.openxmlformats.org/drawingml/2006/main" prst="rect">
          <a:avLst/>
        </a:prstGeom>
      </cdr:spPr>
    </cdr:pic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0.08615</cdr:x>
      <cdr:y>0.05142</cdr:y>
    </cdr:from>
    <cdr:to>
      <cdr:x>0.83873</cdr:x>
      <cdr:y>0.91573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BC3C9DE8-0BA0-4645-A861-430F846838B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709740" y="471488"/>
          <a:ext cx="14935200" cy="7924800"/>
        </a:xfrm>
        <a:prstGeom xmlns:a="http://schemas.openxmlformats.org/drawingml/2006/main" prst="rect">
          <a:avLst/>
        </a:prstGeom>
      </cdr:spPr>
    </cdr:pic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0.08831</cdr:x>
      <cdr:y>0.06896</cdr:y>
    </cdr:from>
    <cdr:to>
      <cdr:x>0.84944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0DCECACD-81E2-426E-9C91-FEB1B3C9A58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752600" y="632289"/>
          <a:ext cx="15104893" cy="8536647"/>
        </a:xfrm>
        <a:prstGeom xmlns:a="http://schemas.openxmlformats.org/drawingml/2006/main" prst="rect">
          <a:avLst/>
        </a:prstGeom>
      </cdr:spPr>
    </cdr:pic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0.10367</cdr:x>
      <cdr:y>0.06296</cdr:y>
    </cdr:from>
    <cdr:to>
      <cdr:x>0.85625</cdr:x>
      <cdr:y>0.83179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50CC29E3-A1E2-4A1D-ABD7-35D71A996F1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057401" y="632289"/>
          <a:ext cx="14935199" cy="7721136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67F8B-2609-4C6A-B648-B712EA4B5DB5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6241-94DF-4EB4-974C-91D99427F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69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6241-94DF-4EB4-974C-91D99427F8F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844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0" y="7901902"/>
            <a:ext cx="18288000" cy="3735101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2337212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449777" y="312109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GR &amp; FROTA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6375" y="6212853"/>
            <a:ext cx="7017584" cy="485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23"/>
              </a:lnSpc>
            </a:pP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Apresentado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por: Leandro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osmar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berndt</a:t>
            </a:r>
            <a:endParaRPr lang="en-US" sz="2873" b="1" dirty="0">
              <a:solidFill>
                <a:srgbClr val="0B0B3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6375" y="6755773"/>
            <a:ext cx="8886718" cy="48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sz="2864" b="1" dirty="0" err="1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Período</a:t>
            </a:r>
            <a:r>
              <a:rPr lang="en-US" sz="2864" b="1" dirty="0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: 06-2026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0"/>
            <a:ext cx="19313483" cy="98679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360047"/>
              </p:ext>
            </p:extLst>
          </p:nvPr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B8BA9CE2-1A32-4A09-BCE1-6D3FE34081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2938480"/>
            <a:ext cx="16445313" cy="842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13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0"/>
            <a:ext cx="19313483" cy="98679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7552B43A-789F-4CF3-BBCC-AD2DAD63E7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1" y="1452475"/>
            <a:ext cx="16923843" cy="1013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704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564766C7-DA45-4264-BDD6-CE49BDCD2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685" y="1133475"/>
            <a:ext cx="14668115" cy="772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5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04556B8D-D296-4FDD-85F6-F286250444F2}"/>
              </a:ext>
            </a:extLst>
          </p:cNvPr>
          <p:cNvSpPr txBox="1"/>
          <p:nvPr/>
        </p:nvSpPr>
        <p:spPr>
          <a:xfrm>
            <a:off x="1905000" y="1485900"/>
            <a:ext cx="1558061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/>
              <a:t>FVE9D27  =  FOI RECUPERADO O MOTOR POR COMPLETO</a:t>
            </a:r>
          </a:p>
          <a:p>
            <a:endParaRPr lang="pt-BR" sz="4800" dirty="0"/>
          </a:p>
          <a:p>
            <a:r>
              <a:rPr lang="pt-BR" sz="4800" dirty="0"/>
              <a:t>MLX8C23 = FOI RECUPERADO O DIFERENCIAL E RECUPERADO O EIXO DIANTEIRO </a:t>
            </a:r>
          </a:p>
          <a:p>
            <a:endParaRPr lang="pt-BR" dirty="0"/>
          </a:p>
          <a:p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2279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0F53D577-1786-45A0-81B9-2304E2C058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1" y="1133475"/>
            <a:ext cx="15304160" cy="802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38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EC49071B-2F8F-4FE4-8A5F-2225E2C45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505" y="723901"/>
            <a:ext cx="20515093" cy="842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473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7546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Manutenção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: 1°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Semestre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2025 / 1°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Semestre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2026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1A7D9B1-4E84-4A33-8E27-9A548F77A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943100"/>
            <a:ext cx="15544800" cy="737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07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7546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Manutenção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: 1°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Semestre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2025 / 1°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Semestre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2026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3F2D9B2-7A11-4639-8CB5-EC9A3215C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698812"/>
            <a:ext cx="12725401" cy="784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89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7546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Disponibilidade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frota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1A70EA7-8E80-4713-A587-8F0E44C39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721737"/>
            <a:ext cx="14630400" cy="784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584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6CBEE4F-9833-481B-BCBF-E4F7B7890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11799" cy="78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720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Cameras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FAF1434-1283-4E68-A3B4-12AEBFBA0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562100"/>
            <a:ext cx="16611600" cy="800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158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Cameras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9470C6-7B33-4DA1-A822-1D8C559B3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9" y="1562100"/>
            <a:ext cx="11887200" cy="738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38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Abastecimentos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F12AB8B-4CC9-4FEE-B47C-72300E23F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562100"/>
            <a:ext cx="14478000" cy="815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05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Sinistro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0844024"/>
              </p:ext>
            </p:extLst>
          </p:nvPr>
        </p:nvGraphicFramePr>
        <p:xfrm>
          <a:off x="2667002" y="1765764"/>
          <a:ext cx="15041968" cy="7197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75650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533400" y="419100"/>
            <a:ext cx="17297400" cy="8551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        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MKQ2E28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GXH8043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QIY4838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MLM9642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OKG5I79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MKG1B33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APH4G43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MIY6c60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RYY7F89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OKG5I79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QHC7F95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NPJ4E43 ( FALTA )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486900"/>
            <a:ext cx="18288001" cy="800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42177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533400" y="419100"/>
            <a:ext cx="17297400" cy="4470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MLX8C23 ( FALTA )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EPP6H50 ( FALTA )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MLU0908 ( FALTA )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FVE9D27 ( FALTA ) 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486900"/>
            <a:ext cx="18288001" cy="800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300625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69336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geradas</a:t>
            </a:r>
            <a:r>
              <a:rPr lang="en-US" sz="5844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8401048"/>
              </p:ext>
            </p:extLst>
          </p:nvPr>
        </p:nvGraphicFramePr>
        <p:xfrm>
          <a:off x="609602" y="1832483"/>
          <a:ext cx="18703844" cy="7883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56506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Principais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destinos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4238479"/>
              </p:ext>
            </p:extLst>
          </p:nvPr>
        </p:nvGraphicFramePr>
        <p:xfrm>
          <a:off x="0" y="1765764"/>
          <a:ext cx="19964400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2326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Tempo medio de checklist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2660067"/>
              </p:ext>
            </p:extLst>
          </p:nvPr>
        </p:nvGraphicFramePr>
        <p:xfrm>
          <a:off x="1430488" y="1765764"/>
          <a:ext cx="17882959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17764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3650814"/>
              </p:ext>
            </p:extLst>
          </p:nvPr>
        </p:nvGraphicFramePr>
        <p:xfrm>
          <a:off x="-33340" y="1166812"/>
          <a:ext cx="19845339" cy="9168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4571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4579973"/>
              </p:ext>
            </p:extLst>
          </p:nvPr>
        </p:nvGraphicFramePr>
        <p:xfrm>
          <a:off x="-1" y="1133475"/>
          <a:ext cx="19845339" cy="10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76149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6699742"/>
              </p:ext>
            </p:extLst>
          </p:nvPr>
        </p:nvGraphicFramePr>
        <p:xfrm>
          <a:off x="-1" y="1133475"/>
          <a:ext cx="19845339" cy="10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0105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007533" y="6879598"/>
            <a:ext cx="21262145" cy="475740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21262145" y="0"/>
                </a:moveTo>
                <a:lnTo>
                  <a:pt x="0" y="0"/>
                </a:lnTo>
                <a:lnTo>
                  <a:pt x="0" y="4757404"/>
                </a:lnTo>
                <a:lnTo>
                  <a:pt x="21262145" y="4757404"/>
                </a:lnTo>
                <a:lnTo>
                  <a:pt x="2126214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1126600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370847" y="337042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6253</TotalTime>
  <Words>246</Words>
  <Application>Microsoft Office PowerPoint</Application>
  <PresentationFormat>Personalizar</PresentationFormat>
  <Paragraphs>117</Paragraphs>
  <Slides>24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Calibri</vt:lpstr>
      <vt:lpstr>Wingdings</vt:lpstr>
      <vt:lpstr>Arial MT</vt:lpstr>
      <vt:lpstr>Arial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ApresentaçãoPadrãoPE</dc:title>
  <dc:creator>Usuário</dc:creator>
  <cp:lastModifiedBy>Leandro Osmar</cp:lastModifiedBy>
  <cp:revision>95</cp:revision>
  <dcterms:created xsi:type="dcterms:W3CDTF">2006-08-16T00:00:00Z</dcterms:created>
  <dcterms:modified xsi:type="dcterms:W3CDTF">2026-07-09T14:19:00Z</dcterms:modified>
  <dc:identifier>DAGkDGwIfr0</dc:identifier>
</cp:coreProperties>
</file>