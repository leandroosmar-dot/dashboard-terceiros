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drawings/drawing2.xml" ContentType="application/vnd.openxmlformats-officedocument.drawingml.chartshapes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drawings/drawing3.xml" ContentType="application/vnd.openxmlformats-officedocument.drawingml.chartshapes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drawings/drawing4.xml" ContentType="application/vnd.openxmlformats-officedocument.drawingml.chartshapes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drawings/drawing5.xml" ContentType="application/vnd.openxmlformats-officedocument.drawingml.chartshapes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drawings/drawing6.xml" ContentType="application/vnd.openxmlformats-officedocument.drawingml.chartshapes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drawings/drawing7.xml" ContentType="application/vnd.openxmlformats-officedocument.drawingml.chartshapes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drawings/drawing8.xml" ContentType="application/vnd.openxmlformats-officedocument.drawingml.chartshapes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drawings/drawing9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0"/>
  </p:notesMasterIdLst>
  <p:sldIdLst>
    <p:sldId id="256" r:id="rId2"/>
    <p:sldId id="271" r:id="rId3"/>
    <p:sldId id="285" r:id="rId4"/>
    <p:sldId id="304" r:id="rId5"/>
    <p:sldId id="307" r:id="rId6"/>
    <p:sldId id="308" r:id="rId7"/>
    <p:sldId id="309" r:id="rId8"/>
    <p:sldId id="306" r:id="rId9"/>
    <p:sldId id="290" r:id="rId10"/>
    <p:sldId id="286" r:id="rId11"/>
    <p:sldId id="287" r:id="rId12"/>
    <p:sldId id="288" r:id="rId13"/>
    <p:sldId id="292" r:id="rId14"/>
    <p:sldId id="293" r:id="rId15"/>
    <p:sldId id="295" r:id="rId16"/>
    <p:sldId id="310" r:id="rId17"/>
    <p:sldId id="311" r:id="rId18"/>
    <p:sldId id="298" r:id="rId19"/>
    <p:sldId id="301" r:id="rId20"/>
    <p:sldId id="289" r:id="rId21"/>
    <p:sldId id="280" r:id="rId22"/>
    <p:sldId id="296" r:id="rId23"/>
    <p:sldId id="281" r:id="rId24"/>
    <p:sldId id="297" r:id="rId25"/>
    <p:sldId id="300" r:id="rId26"/>
    <p:sldId id="302" r:id="rId27"/>
    <p:sldId id="303" r:id="rId28"/>
    <p:sldId id="264" r:id="rId29"/>
  </p:sldIdLst>
  <p:sldSz cx="18288000" cy="10287000"/>
  <p:notesSz cx="6858000" cy="9144000"/>
  <p:embeddedFontLst>
    <p:embeddedFont>
      <p:font typeface="Arial Bold" panose="020B0604020202020204" charset="0"/>
      <p:regular r:id="rId31"/>
    </p:embeddedFont>
    <p:embeddedFont>
      <p:font typeface="Calibri" panose="020F0502020204030204" pitchFamily="34" charset="0"/>
      <p:regular r:id="rId32"/>
      <p:bold r:id="rId33"/>
      <p:italic r:id="rId34"/>
      <p:boldItalic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Relationship Id="rId4" Type="http://schemas.openxmlformats.org/officeDocument/2006/relationships/chartUserShapes" Target="../drawings/drawing2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Relationship Id="rId4" Type="http://schemas.openxmlformats.org/officeDocument/2006/relationships/chartUserShapes" Target="../drawings/drawing3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Relationship Id="rId4" Type="http://schemas.openxmlformats.org/officeDocument/2006/relationships/chartUserShapes" Target="../drawings/drawing4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Relationship Id="rId4" Type="http://schemas.openxmlformats.org/officeDocument/2006/relationships/chartUserShapes" Target="../drawings/drawing5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2.xml"/><Relationship Id="rId1" Type="http://schemas.microsoft.com/office/2011/relationships/chartStyle" Target="style12.xml"/><Relationship Id="rId4" Type="http://schemas.openxmlformats.org/officeDocument/2006/relationships/chartUserShapes" Target="../drawings/drawing6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3.xml"/><Relationship Id="rId1" Type="http://schemas.microsoft.com/office/2011/relationships/chartStyle" Target="style13.xml"/><Relationship Id="rId4" Type="http://schemas.openxmlformats.org/officeDocument/2006/relationships/chartUserShapes" Target="../drawings/drawing7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14.xml"/><Relationship Id="rId1" Type="http://schemas.microsoft.com/office/2011/relationships/chartStyle" Target="style14.xml"/><Relationship Id="rId4" Type="http://schemas.openxmlformats.org/officeDocument/2006/relationships/chartUserShapes" Target="../drawings/drawing8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.xlsx"/><Relationship Id="rId2" Type="http://schemas.microsoft.com/office/2011/relationships/chartColorStyle" Target="colors15.xml"/><Relationship Id="rId1" Type="http://schemas.microsoft.com/office/2011/relationships/chartStyle" Target="style15.xml"/><Relationship Id="rId4" Type="http://schemas.openxmlformats.org/officeDocument/2006/relationships/chartUserShapes" Target="../drawings/drawing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cap="all" spc="15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67 %  Atrasado / 33% Em andamento </a:t>
            </a: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cap="all" spc="15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  <c:userShapes r:id="rId4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cap="all" spc="15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67 %  Atrasado / 33% Em andamento </a:t>
            </a: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cap="all" spc="15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cap="all" spc="15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67 %  Atrasado / 33% Em andamento </a:t>
            </a: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cap="all" spc="15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cap="all" spc="15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67 %  Atrasado / 33% Em andamento </a:t>
            </a: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cap="all" spc="15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cap="all" spc="15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67 %  Atrasado / 33% Em andamento </a:t>
            </a: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cap="all" spc="15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cap="all" spc="15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67 %  Atrasado / 33% Em andamento </a:t>
            </a: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cap="all" spc="15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cap="all" spc="15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67 %  Atrasado / 33% Em andamento </a:t>
            </a: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cap="all" spc="15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cap="all" spc="15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67 %  Atrasado / 33% Em andamento </a:t>
            </a: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cap="all" spc="15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  <c:userShapes r:id="rId4"/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4400" b="1" dirty="0">
                <a:solidFill>
                  <a:schemeClr val="accent2"/>
                </a:solidFill>
              </a:rPr>
              <a:t>67</a:t>
            </a:r>
            <a:r>
              <a:rPr lang="en-US" sz="4400" b="1" baseline="0" dirty="0">
                <a:solidFill>
                  <a:schemeClr val="accent2"/>
                </a:solidFill>
              </a:rPr>
              <a:t> %  </a:t>
            </a:r>
            <a:r>
              <a:rPr lang="en-US" sz="4400" b="1" baseline="0" dirty="0" err="1">
                <a:solidFill>
                  <a:schemeClr val="accent2"/>
                </a:solidFill>
              </a:rPr>
              <a:t>Atrasado</a:t>
            </a:r>
            <a:r>
              <a:rPr lang="en-US" sz="4400" b="1" baseline="0" dirty="0">
                <a:solidFill>
                  <a:schemeClr val="accent2"/>
                </a:solidFill>
              </a:rPr>
              <a:t> </a:t>
            </a:r>
            <a:r>
              <a:rPr lang="en-US" sz="4400" b="1" baseline="0" dirty="0"/>
              <a:t>/ </a:t>
            </a:r>
            <a:r>
              <a:rPr lang="en-US" sz="4400" b="1" baseline="0" dirty="0">
                <a:solidFill>
                  <a:schemeClr val="accent1"/>
                </a:solidFill>
              </a:rPr>
              <a:t>33% </a:t>
            </a:r>
            <a:r>
              <a:rPr lang="en-US" sz="4400" b="1" baseline="0" dirty="0" err="1">
                <a:solidFill>
                  <a:schemeClr val="accent1"/>
                </a:solidFill>
              </a:rPr>
              <a:t>Em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r>
              <a:rPr lang="en-US" sz="4400" b="1" baseline="0" dirty="0" err="1">
                <a:solidFill>
                  <a:schemeClr val="accent1"/>
                </a:solidFill>
              </a:rPr>
              <a:t>andamento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endParaRPr lang="en-US" sz="4400" b="1" dirty="0">
              <a:solidFill>
                <a:schemeClr val="accent1"/>
              </a:solidFill>
            </a:endParaRP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  <c:userShapes r:id="rId4"/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4400" b="1" dirty="0">
                <a:solidFill>
                  <a:schemeClr val="accent2"/>
                </a:solidFill>
              </a:rPr>
              <a:t>67</a:t>
            </a:r>
            <a:r>
              <a:rPr lang="en-US" sz="4400" b="1" baseline="0" dirty="0">
                <a:solidFill>
                  <a:schemeClr val="accent2"/>
                </a:solidFill>
              </a:rPr>
              <a:t> %  </a:t>
            </a:r>
            <a:r>
              <a:rPr lang="en-US" sz="4400" b="1" baseline="0" dirty="0" err="1">
                <a:solidFill>
                  <a:schemeClr val="accent2"/>
                </a:solidFill>
              </a:rPr>
              <a:t>Atrasado</a:t>
            </a:r>
            <a:r>
              <a:rPr lang="en-US" sz="4400" b="1" baseline="0" dirty="0">
                <a:solidFill>
                  <a:schemeClr val="accent2"/>
                </a:solidFill>
              </a:rPr>
              <a:t> </a:t>
            </a:r>
            <a:r>
              <a:rPr lang="en-US" sz="4400" b="1" baseline="0" dirty="0"/>
              <a:t>/ </a:t>
            </a:r>
            <a:r>
              <a:rPr lang="en-US" sz="4400" b="1" baseline="0" dirty="0">
                <a:solidFill>
                  <a:schemeClr val="accent1"/>
                </a:solidFill>
              </a:rPr>
              <a:t>33% </a:t>
            </a:r>
            <a:r>
              <a:rPr lang="en-US" sz="4400" b="1" baseline="0" dirty="0" err="1">
                <a:solidFill>
                  <a:schemeClr val="accent1"/>
                </a:solidFill>
              </a:rPr>
              <a:t>Em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r>
              <a:rPr lang="en-US" sz="4400" b="1" baseline="0" dirty="0" err="1">
                <a:solidFill>
                  <a:schemeClr val="accent1"/>
                </a:solidFill>
              </a:rPr>
              <a:t>andamento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endParaRPr lang="en-US" sz="4400" b="1" dirty="0">
              <a:solidFill>
                <a:schemeClr val="accent1"/>
              </a:solidFill>
            </a:endParaRP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  <c:userShapes r:id="rId4"/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4400" b="1" dirty="0">
                <a:solidFill>
                  <a:schemeClr val="accent2"/>
                </a:solidFill>
              </a:rPr>
              <a:t>67</a:t>
            </a:r>
            <a:r>
              <a:rPr lang="en-US" sz="4400" b="1" baseline="0" dirty="0">
                <a:solidFill>
                  <a:schemeClr val="accent2"/>
                </a:solidFill>
              </a:rPr>
              <a:t> %  </a:t>
            </a:r>
            <a:r>
              <a:rPr lang="en-US" sz="4400" b="1" baseline="0" dirty="0" err="1">
                <a:solidFill>
                  <a:schemeClr val="accent2"/>
                </a:solidFill>
              </a:rPr>
              <a:t>Atrasado</a:t>
            </a:r>
            <a:r>
              <a:rPr lang="en-US" sz="4400" b="1" baseline="0" dirty="0">
                <a:solidFill>
                  <a:schemeClr val="accent2"/>
                </a:solidFill>
              </a:rPr>
              <a:t> </a:t>
            </a:r>
            <a:r>
              <a:rPr lang="en-US" sz="4400" b="1" baseline="0" dirty="0"/>
              <a:t>/ </a:t>
            </a:r>
            <a:r>
              <a:rPr lang="en-US" sz="4400" b="1" baseline="0" dirty="0">
                <a:solidFill>
                  <a:schemeClr val="accent1"/>
                </a:solidFill>
              </a:rPr>
              <a:t>33% </a:t>
            </a:r>
            <a:r>
              <a:rPr lang="en-US" sz="4400" b="1" baseline="0" dirty="0" err="1">
                <a:solidFill>
                  <a:schemeClr val="accent1"/>
                </a:solidFill>
              </a:rPr>
              <a:t>Em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r>
              <a:rPr lang="en-US" sz="4400" b="1" baseline="0" dirty="0" err="1">
                <a:solidFill>
                  <a:schemeClr val="accent1"/>
                </a:solidFill>
              </a:rPr>
              <a:t>andamento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endParaRPr lang="en-US" sz="4400" b="1" dirty="0">
              <a:solidFill>
                <a:schemeClr val="accent1"/>
              </a:solidFill>
            </a:endParaRP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  <c:userShapes r:id="rId4"/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4400" b="1" dirty="0">
                <a:solidFill>
                  <a:schemeClr val="accent2"/>
                </a:solidFill>
              </a:rPr>
              <a:t>67</a:t>
            </a:r>
            <a:r>
              <a:rPr lang="en-US" sz="4400" b="1" baseline="0" dirty="0">
                <a:solidFill>
                  <a:schemeClr val="accent2"/>
                </a:solidFill>
              </a:rPr>
              <a:t> %  </a:t>
            </a:r>
            <a:r>
              <a:rPr lang="en-US" sz="4400" b="1" baseline="0" dirty="0" err="1">
                <a:solidFill>
                  <a:schemeClr val="accent2"/>
                </a:solidFill>
              </a:rPr>
              <a:t>Atrasado</a:t>
            </a:r>
            <a:r>
              <a:rPr lang="en-US" sz="4400" b="1" baseline="0" dirty="0">
                <a:solidFill>
                  <a:schemeClr val="accent2"/>
                </a:solidFill>
              </a:rPr>
              <a:t> </a:t>
            </a:r>
            <a:r>
              <a:rPr lang="en-US" sz="4400" b="1" baseline="0" dirty="0"/>
              <a:t>/ </a:t>
            </a:r>
            <a:r>
              <a:rPr lang="en-US" sz="4400" b="1" baseline="0" dirty="0">
                <a:solidFill>
                  <a:schemeClr val="accent1"/>
                </a:solidFill>
              </a:rPr>
              <a:t>33% </a:t>
            </a:r>
            <a:r>
              <a:rPr lang="en-US" sz="4400" b="1" baseline="0" dirty="0" err="1">
                <a:solidFill>
                  <a:schemeClr val="accent1"/>
                </a:solidFill>
              </a:rPr>
              <a:t>Em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r>
              <a:rPr lang="en-US" sz="4400" b="1" baseline="0" dirty="0" err="1">
                <a:solidFill>
                  <a:schemeClr val="accent1"/>
                </a:solidFill>
              </a:rPr>
              <a:t>andamento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endParaRPr lang="en-US" sz="4400" b="1" dirty="0">
              <a:solidFill>
                <a:schemeClr val="accent1"/>
              </a:solidFill>
            </a:endParaRP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  <c:userShapes r:id="rId4"/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4400" b="1" dirty="0">
                <a:solidFill>
                  <a:schemeClr val="accent2"/>
                </a:solidFill>
              </a:rPr>
              <a:t>67</a:t>
            </a:r>
            <a:r>
              <a:rPr lang="en-US" sz="4400" b="1" baseline="0" dirty="0">
                <a:solidFill>
                  <a:schemeClr val="accent2"/>
                </a:solidFill>
              </a:rPr>
              <a:t> %  </a:t>
            </a:r>
            <a:r>
              <a:rPr lang="en-US" sz="4400" b="1" baseline="0" dirty="0" err="1">
                <a:solidFill>
                  <a:schemeClr val="accent2"/>
                </a:solidFill>
              </a:rPr>
              <a:t>Atrasado</a:t>
            </a:r>
            <a:r>
              <a:rPr lang="en-US" sz="4400" b="1" baseline="0" dirty="0">
                <a:solidFill>
                  <a:schemeClr val="accent2"/>
                </a:solidFill>
              </a:rPr>
              <a:t> </a:t>
            </a:r>
            <a:r>
              <a:rPr lang="en-US" sz="4400" b="1" baseline="0" dirty="0"/>
              <a:t>/ </a:t>
            </a:r>
            <a:r>
              <a:rPr lang="en-US" sz="4400" b="1" baseline="0" dirty="0">
                <a:solidFill>
                  <a:schemeClr val="accent1"/>
                </a:solidFill>
              </a:rPr>
              <a:t>33% </a:t>
            </a:r>
            <a:r>
              <a:rPr lang="en-US" sz="4400" b="1" baseline="0" dirty="0" err="1">
                <a:solidFill>
                  <a:schemeClr val="accent1"/>
                </a:solidFill>
              </a:rPr>
              <a:t>Em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r>
              <a:rPr lang="en-US" sz="4400" b="1" baseline="0" dirty="0" err="1">
                <a:solidFill>
                  <a:schemeClr val="accent1"/>
                </a:solidFill>
              </a:rPr>
              <a:t>andamento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endParaRPr lang="en-US" sz="4400" b="1" dirty="0">
              <a:solidFill>
                <a:schemeClr val="accent1"/>
              </a:solidFill>
            </a:endParaRP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 algn="just">
        <a:defRPr/>
      </a:pPr>
      <a:endParaRPr lang="pt-BR"/>
    </a:p>
  </c:txPr>
  <c:externalData r:id="rId3">
    <c:autoUpdate val="0"/>
  </c:externalData>
  <c:userShapes r:id="rId4"/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4400" b="1" dirty="0">
                <a:solidFill>
                  <a:schemeClr val="accent2"/>
                </a:solidFill>
              </a:rPr>
              <a:t>67</a:t>
            </a:r>
            <a:r>
              <a:rPr lang="en-US" sz="4400" b="1" baseline="0" dirty="0">
                <a:solidFill>
                  <a:schemeClr val="accent2"/>
                </a:solidFill>
              </a:rPr>
              <a:t> %  </a:t>
            </a:r>
            <a:r>
              <a:rPr lang="en-US" sz="4400" b="1" baseline="0" dirty="0" err="1">
                <a:solidFill>
                  <a:schemeClr val="accent2"/>
                </a:solidFill>
              </a:rPr>
              <a:t>Atrasado</a:t>
            </a:r>
            <a:r>
              <a:rPr lang="en-US" sz="4400" b="1" baseline="0" dirty="0">
                <a:solidFill>
                  <a:schemeClr val="accent2"/>
                </a:solidFill>
              </a:rPr>
              <a:t> </a:t>
            </a:r>
            <a:r>
              <a:rPr lang="en-US" sz="4400" b="1" baseline="0" dirty="0"/>
              <a:t>/ </a:t>
            </a:r>
            <a:r>
              <a:rPr lang="en-US" sz="4400" b="1" baseline="0" dirty="0">
                <a:solidFill>
                  <a:schemeClr val="accent1"/>
                </a:solidFill>
              </a:rPr>
              <a:t>33% </a:t>
            </a:r>
            <a:r>
              <a:rPr lang="en-US" sz="4400" b="1" baseline="0" dirty="0" err="1">
                <a:solidFill>
                  <a:schemeClr val="accent1"/>
                </a:solidFill>
              </a:rPr>
              <a:t>Em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r>
              <a:rPr lang="en-US" sz="4400" b="1" baseline="0" dirty="0" err="1">
                <a:solidFill>
                  <a:schemeClr val="accent1"/>
                </a:solidFill>
              </a:rPr>
              <a:t>andamento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endParaRPr lang="en-US" sz="4400" b="1" dirty="0">
              <a:solidFill>
                <a:schemeClr val="accent1"/>
              </a:solidFill>
            </a:endParaRP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 algn="just">
        <a:defRPr/>
      </a:pPr>
      <a:endParaRPr lang="pt-BR"/>
    </a:p>
  </c:txPr>
  <c:externalData r:id="rId3">
    <c:autoUpdate val="0"/>
  </c:externalData>
  <c:userShapes r:id="rId4"/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4400" b="1" dirty="0">
                <a:solidFill>
                  <a:schemeClr val="accent2"/>
                </a:solidFill>
              </a:rPr>
              <a:t>67</a:t>
            </a:r>
            <a:r>
              <a:rPr lang="en-US" sz="4400" b="1" baseline="0" dirty="0">
                <a:solidFill>
                  <a:schemeClr val="accent2"/>
                </a:solidFill>
              </a:rPr>
              <a:t> %  </a:t>
            </a:r>
            <a:r>
              <a:rPr lang="en-US" sz="4400" b="1" baseline="0" dirty="0" err="1">
                <a:solidFill>
                  <a:schemeClr val="accent2"/>
                </a:solidFill>
              </a:rPr>
              <a:t>Atrasado</a:t>
            </a:r>
            <a:r>
              <a:rPr lang="en-US" sz="4400" b="1" baseline="0" dirty="0">
                <a:solidFill>
                  <a:schemeClr val="accent2"/>
                </a:solidFill>
              </a:rPr>
              <a:t> </a:t>
            </a:r>
            <a:r>
              <a:rPr lang="en-US" sz="4400" b="1" baseline="0" dirty="0"/>
              <a:t>/ </a:t>
            </a:r>
            <a:r>
              <a:rPr lang="en-US" sz="4400" b="1" baseline="0" dirty="0">
                <a:solidFill>
                  <a:schemeClr val="accent1"/>
                </a:solidFill>
              </a:rPr>
              <a:t>33% </a:t>
            </a:r>
            <a:r>
              <a:rPr lang="en-US" sz="4400" b="1" baseline="0" dirty="0" err="1">
                <a:solidFill>
                  <a:schemeClr val="accent1"/>
                </a:solidFill>
              </a:rPr>
              <a:t>Em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r>
              <a:rPr lang="en-US" sz="4400" b="1" baseline="0" dirty="0" err="1">
                <a:solidFill>
                  <a:schemeClr val="accent1"/>
                </a:solidFill>
              </a:rPr>
              <a:t>andamento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endParaRPr lang="en-US" sz="4400" b="1" dirty="0">
              <a:solidFill>
                <a:schemeClr val="accent1"/>
              </a:solidFill>
            </a:endParaRP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 algn="just">
        <a:defRPr/>
      </a:pPr>
      <a:endParaRPr lang="pt-BR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2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drawing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2.png"/></Relationships>
</file>

<file path=ppt/drawings/_rels/drawing3.xml.rels><?xml version="1.0" encoding="UTF-8" standalone="yes"?>
<Relationships xmlns="http://schemas.openxmlformats.org/package/2006/relationships"><Relationship Id="rId1" Type="http://schemas.openxmlformats.org/officeDocument/2006/relationships/image" Target="../media/image21.png"/></Relationships>
</file>

<file path=ppt/drawings/_rels/drawing4.xml.rels><?xml version="1.0" encoding="UTF-8" standalone="yes"?>
<Relationships xmlns="http://schemas.openxmlformats.org/package/2006/relationships"><Relationship Id="rId1" Type="http://schemas.openxmlformats.org/officeDocument/2006/relationships/image" Target="../media/image22.png"/></Relationships>
</file>

<file path=ppt/drawings/_rels/drawing5.xml.rels><?xml version="1.0" encoding="UTF-8" standalone="yes"?>
<Relationships xmlns="http://schemas.openxmlformats.org/package/2006/relationships"><Relationship Id="rId1" Type="http://schemas.openxmlformats.org/officeDocument/2006/relationships/image" Target="../media/image23.png"/></Relationships>
</file>

<file path=ppt/drawings/_rels/drawing6.xml.rels><?xml version="1.0" encoding="UTF-8" standalone="yes"?>
<Relationships xmlns="http://schemas.openxmlformats.org/package/2006/relationships"><Relationship Id="rId1" Type="http://schemas.openxmlformats.org/officeDocument/2006/relationships/image" Target="../media/image24.png"/></Relationships>
</file>

<file path=ppt/drawings/_rels/drawing7.xml.rels><?xml version="1.0" encoding="UTF-8" standalone="yes"?>
<Relationships xmlns="http://schemas.openxmlformats.org/package/2006/relationships"><Relationship Id="rId1" Type="http://schemas.openxmlformats.org/officeDocument/2006/relationships/image" Target="../media/image25.png"/></Relationships>
</file>

<file path=ppt/drawings/_rels/drawing8.xml.rels><?xml version="1.0" encoding="UTF-8" standalone="yes"?>
<Relationships xmlns="http://schemas.openxmlformats.org/package/2006/relationships"><Relationship Id="rId1" Type="http://schemas.openxmlformats.org/officeDocument/2006/relationships/image" Target="../media/image26.png"/></Relationships>
</file>

<file path=ppt/drawings/_rels/drawing9.xml.rels><?xml version="1.0" encoding="UTF-8" standalone="yes"?>
<Relationships xmlns="http://schemas.openxmlformats.org/package/2006/relationships"><Relationship Id="rId1" Type="http://schemas.openxmlformats.org/officeDocument/2006/relationships/image" Target="../media/image27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0.0998</cdr:x>
      <cdr:y>0</cdr:y>
    </cdr:from>
    <cdr:to>
      <cdr:x>0.95656</cdr:x>
      <cdr:y>1</cdr:y>
    </cdr:to>
    <cdr:pic>
      <cdr:nvPicPr>
        <cdr:cNvPr id="3" name="chart">
          <a:extLst xmlns:a="http://schemas.openxmlformats.org/drawingml/2006/main">
            <a:ext uri="{FF2B5EF4-FFF2-40B4-BE49-F238E27FC236}">
              <a16:creationId xmlns:a16="http://schemas.microsoft.com/office/drawing/2014/main" id="{FBD58A8C-599C-44FE-B6F1-9088D9470C5C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1496054" y="-1549632"/>
          <a:ext cx="12842784" cy="7187736"/>
        </a:xfrm>
        <a:prstGeom xmlns:a="http://schemas.openxmlformats.org/drawingml/2006/main" prst="rect">
          <a:avLst/>
        </a:prstGeom>
      </cdr:spPr>
    </cdr:pic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0.04961</cdr:x>
      <cdr:y>0</cdr:y>
    </cdr:from>
    <cdr:to>
      <cdr:x>1</cdr:x>
      <cdr:y>0.84221</cdr:y>
    </cdr:to>
    <cdr:pic>
      <cdr:nvPicPr>
        <cdr:cNvPr id="2" name="chart">
          <a:extLst xmlns:a="http://schemas.openxmlformats.org/drawingml/2006/main">
            <a:ext uri="{FF2B5EF4-FFF2-40B4-BE49-F238E27FC236}">
              <a16:creationId xmlns:a16="http://schemas.microsoft.com/office/drawing/2014/main" id="{CDFF9E09-F649-4D59-8695-036CD677DCF0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715906" y="-1845603"/>
          <a:ext cx="13713327" cy="6566990"/>
        </a:xfrm>
        <a:prstGeom xmlns:a="http://schemas.openxmlformats.org/drawingml/2006/main" prst="rect">
          <a:avLst/>
        </a:prstGeom>
      </cdr:spPr>
    </cdr:pic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0.06011</cdr:x>
      <cdr:y>0</cdr:y>
    </cdr:from>
    <cdr:to>
      <cdr:x>0.99123</cdr:x>
      <cdr:y>0.92871</cdr:y>
    </cdr:to>
    <cdr:pic>
      <cdr:nvPicPr>
        <cdr:cNvPr id="2" name="chart">
          <a:extLst xmlns:a="http://schemas.openxmlformats.org/drawingml/2006/main">
            <a:ext uri="{FF2B5EF4-FFF2-40B4-BE49-F238E27FC236}">
              <a16:creationId xmlns:a16="http://schemas.microsoft.com/office/drawing/2014/main" id="{ED4F1C6E-72EB-4F58-BFDA-BAE750E3E920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1160926" y="0"/>
          <a:ext cx="17983219" cy="7321042"/>
        </a:xfrm>
        <a:prstGeom xmlns:a="http://schemas.openxmlformats.org/drawingml/2006/main" prst="rect">
          <a:avLst/>
        </a:prstGeom>
      </cdr:spPr>
    </cdr:pic>
  </cdr:relSizeAnchor>
</c:userShapes>
</file>

<file path=ppt/drawings/drawing4.xml><?xml version="1.0" encoding="utf-8"?>
<c:userShapes xmlns:c="http://schemas.openxmlformats.org/drawingml/2006/chart">
  <cdr:relSizeAnchor xmlns:cdr="http://schemas.openxmlformats.org/drawingml/2006/chartDrawing">
    <cdr:from>
      <cdr:x>0.07165</cdr:x>
      <cdr:y>0</cdr:y>
    </cdr:from>
    <cdr:to>
      <cdr:x>0.94275</cdr:x>
      <cdr:y>0.94445</cdr:y>
    </cdr:to>
    <cdr:pic>
      <cdr:nvPicPr>
        <cdr:cNvPr id="3" name="chart">
          <a:extLst xmlns:a="http://schemas.openxmlformats.org/drawingml/2006/main">
            <a:ext uri="{FF2B5EF4-FFF2-40B4-BE49-F238E27FC236}">
              <a16:creationId xmlns:a16="http://schemas.microsoft.com/office/drawing/2014/main" id="{EF6A6433-DCD3-4B8E-91D6-7D10027B9ED4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1430506" y="0"/>
          <a:ext cx="17390893" cy="7387760"/>
        </a:xfrm>
        <a:prstGeom xmlns:a="http://schemas.openxmlformats.org/drawingml/2006/main" prst="rect">
          <a:avLst/>
        </a:prstGeom>
      </cdr:spPr>
    </cdr:pic>
  </cdr:relSizeAnchor>
</c:userShapes>
</file>

<file path=ppt/drawings/drawing5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0.98636</cdr:x>
      <cdr:y>0.66345</cdr:y>
    </cdr:to>
    <cdr:pic>
      <cdr:nvPicPr>
        <cdr:cNvPr id="2" name="chart">
          <a:extLst xmlns:a="http://schemas.openxmlformats.org/drawingml/2006/main">
            <a:ext uri="{FF2B5EF4-FFF2-40B4-BE49-F238E27FC236}">
              <a16:creationId xmlns:a16="http://schemas.microsoft.com/office/drawing/2014/main" id="{7B20DA48-DF14-4F8E-BE7D-65067A3B0DBB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19050016" cy="5189670"/>
        </a:xfrm>
        <a:prstGeom xmlns:a="http://schemas.openxmlformats.org/drawingml/2006/main" prst="rect">
          <a:avLst/>
        </a:prstGeom>
      </cdr:spPr>
    </cdr:pic>
  </cdr:relSizeAnchor>
</c:userShapes>
</file>

<file path=ppt/drawings/drawing6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0.97326</cdr:x>
      <cdr:y>1</cdr:y>
    </cdr:to>
    <cdr:pic>
      <cdr:nvPicPr>
        <cdr:cNvPr id="3" name="chart">
          <a:extLst xmlns:a="http://schemas.openxmlformats.org/drawingml/2006/main">
            <a:ext uri="{FF2B5EF4-FFF2-40B4-BE49-F238E27FC236}">
              <a16:creationId xmlns:a16="http://schemas.microsoft.com/office/drawing/2014/main" id="{D6134C85-2ED5-4E71-9B31-67A115F6F244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15673857" cy="7197216"/>
        </a:xfrm>
        <a:prstGeom xmlns:a="http://schemas.openxmlformats.org/drawingml/2006/main" prst="rect">
          <a:avLst/>
        </a:prstGeom>
      </cdr:spPr>
    </cdr:pic>
  </cdr:relSizeAnchor>
</c:userShapes>
</file>

<file path=ppt/drawings/drawing7.xml><?xml version="1.0" encoding="utf-8"?>
<c:userShapes xmlns:c="http://schemas.openxmlformats.org/drawingml/2006/chart">
  <cdr:relSizeAnchor xmlns:cdr="http://schemas.openxmlformats.org/drawingml/2006/chartDrawing">
    <cdr:from>
      <cdr:x>0</cdr:x>
      <cdr:y>0.14771</cdr:y>
    </cdr:from>
    <cdr:to>
      <cdr:x>1</cdr:x>
      <cdr:y>0.50107</cdr:y>
    </cdr:to>
    <cdr:sp macro="" textlink="">
      <cdr:nvSpPr>
        <cdr:cNvPr id="3" name="CaixaDeTexto 2">
          <a:extLst xmlns:a="http://schemas.openxmlformats.org/drawingml/2006/main">
            <a:ext uri="{FF2B5EF4-FFF2-40B4-BE49-F238E27FC236}">
              <a16:creationId xmlns:a16="http://schemas.microsoft.com/office/drawing/2014/main" id="{D09CBE3C-0DBC-406C-BA3E-7A65FE9DD567}"/>
            </a:ext>
          </a:extLst>
        </cdr:cNvPr>
        <cdr:cNvSpPr txBox="1"/>
      </cdr:nvSpPr>
      <cdr:spPr>
        <a:xfrm xmlns:a="http://schemas.openxmlformats.org/drawingml/2006/main">
          <a:off x="0" y="1063128"/>
          <a:ext cx="17810812" cy="2543207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endParaRPr lang="pt-BR" sz="2800" dirty="0"/>
        </a:p>
      </cdr:txBody>
    </cdr:sp>
  </cdr:relSizeAnchor>
  <cdr:relSizeAnchor xmlns:cdr="http://schemas.openxmlformats.org/drawingml/2006/chartDrawing">
    <cdr:from>
      <cdr:x>0.05256</cdr:x>
      <cdr:y>0.05142</cdr:y>
    </cdr:from>
    <cdr:to>
      <cdr:x>0.86327</cdr:x>
      <cdr:y>0.92243</cdr:y>
    </cdr:to>
    <cdr:pic>
      <cdr:nvPicPr>
        <cdr:cNvPr id="4" name="chart">
          <a:extLst xmlns:a="http://schemas.openxmlformats.org/drawingml/2006/main">
            <a:ext uri="{FF2B5EF4-FFF2-40B4-BE49-F238E27FC236}">
              <a16:creationId xmlns:a16="http://schemas.microsoft.com/office/drawing/2014/main" id="{B9879F5E-78DE-4763-89CB-C23F1B4A7AA6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1042990" y="471489"/>
          <a:ext cx="16088868" cy="7986184"/>
        </a:xfrm>
        <a:prstGeom xmlns:a="http://schemas.openxmlformats.org/drawingml/2006/main" prst="rect">
          <a:avLst/>
        </a:prstGeom>
      </cdr:spPr>
    </cdr:pic>
  </cdr:relSizeAnchor>
</c:userShapes>
</file>

<file path=ppt/drawings/drawing8.xml><?xml version="1.0" encoding="utf-8"?>
<c:userShapes xmlns:c="http://schemas.openxmlformats.org/drawingml/2006/chart">
  <cdr:relSizeAnchor xmlns:cdr="http://schemas.openxmlformats.org/drawingml/2006/chartDrawing">
    <cdr:from>
      <cdr:x>0</cdr:x>
      <cdr:y>0.14771</cdr:y>
    </cdr:from>
    <cdr:to>
      <cdr:x>1</cdr:x>
      <cdr:y>0.50107</cdr:y>
    </cdr:to>
    <cdr:sp macro="" textlink="">
      <cdr:nvSpPr>
        <cdr:cNvPr id="3" name="CaixaDeTexto 2">
          <a:extLst xmlns:a="http://schemas.openxmlformats.org/drawingml/2006/main">
            <a:ext uri="{FF2B5EF4-FFF2-40B4-BE49-F238E27FC236}">
              <a16:creationId xmlns:a16="http://schemas.microsoft.com/office/drawing/2014/main" id="{D09CBE3C-0DBC-406C-BA3E-7A65FE9DD567}"/>
            </a:ext>
          </a:extLst>
        </cdr:cNvPr>
        <cdr:cNvSpPr txBox="1"/>
      </cdr:nvSpPr>
      <cdr:spPr>
        <a:xfrm xmlns:a="http://schemas.openxmlformats.org/drawingml/2006/main">
          <a:off x="0" y="1063128"/>
          <a:ext cx="17810812" cy="2543207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endParaRPr lang="pt-BR" sz="2800" dirty="0"/>
        </a:p>
      </cdr:txBody>
    </cdr:sp>
  </cdr:relSizeAnchor>
  <cdr:relSizeAnchor xmlns:cdr="http://schemas.openxmlformats.org/drawingml/2006/chartDrawing">
    <cdr:from>
      <cdr:x>0.08831</cdr:x>
      <cdr:y>0.06896</cdr:y>
    </cdr:from>
    <cdr:to>
      <cdr:x>0.84944</cdr:x>
      <cdr:y>1</cdr:y>
    </cdr:to>
    <cdr:pic>
      <cdr:nvPicPr>
        <cdr:cNvPr id="2" name="chart">
          <a:extLst xmlns:a="http://schemas.openxmlformats.org/drawingml/2006/main">
            <a:ext uri="{FF2B5EF4-FFF2-40B4-BE49-F238E27FC236}">
              <a16:creationId xmlns:a16="http://schemas.microsoft.com/office/drawing/2014/main" id="{0DCECACD-81E2-426E-9C91-FEB1B3C9A58A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1752600" y="632289"/>
          <a:ext cx="15104893" cy="8536647"/>
        </a:xfrm>
        <a:prstGeom xmlns:a="http://schemas.openxmlformats.org/drawingml/2006/main" prst="rect">
          <a:avLst/>
        </a:prstGeom>
      </cdr:spPr>
    </cdr:pic>
  </cdr:relSizeAnchor>
</c:userShapes>
</file>

<file path=ppt/drawings/drawing9.xml><?xml version="1.0" encoding="utf-8"?>
<c:userShapes xmlns:c="http://schemas.openxmlformats.org/drawingml/2006/chart">
  <cdr:relSizeAnchor xmlns:cdr="http://schemas.openxmlformats.org/drawingml/2006/chartDrawing">
    <cdr:from>
      <cdr:x>0</cdr:x>
      <cdr:y>0.14771</cdr:y>
    </cdr:from>
    <cdr:to>
      <cdr:x>1</cdr:x>
      <cdr:y>0.50107</cdr:y>
    </cdr:to>
    <cdr:sp macro="" textlink="">
      <cdr:nvSpPr>
        <cdr:cNvPr id="3" name="CaixaDeTexto 2">
          <a:extLst xmlns:a="http://schemas.openxmlformats.org/drawingml/2006/main">
            <a:ext uri="{FF2B5EF4-FFF2-40B4-BE49-F238E27FC236}">
              <a16:creationId xmlns:a16="http://schemas.microsoft.com/office/drawing/2014/main" id="{D09CBE3C-0DBC-406C-BA3E-7A65FE9DD567}"/>
            </a:ext>
          </a:extLst>
        </cdr:cNvPr>
        <cdr:cNvSpPr txBox="1"/>
      </cdr:nvSpPr>
      <cdr:spPr>
        <a:xfrm xmlns:a="http://schemas.openxmlformats.org/drawingml/2006/main">
          <a:off x="0" y="1063128"/>
          <a:ext cx="17810812" cy="2543207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endParaRPr lang="pt-BR" sz="2800" dirty="0"/>
        </a:p>
      </cdr:txBody>
    </cdr:sp>
  </cdr:relSizeAnchor>
  <cdr:relSizeAnchor xmlns:cdr="http://schemas.openxmlformats.org/drawingml/2006/chartDrawing">
    <cdr:from>
      <cdr:x>0.10367</cdr:x>
      <cdr:y>0.06296</cdr:y>
    </cdr:from>
    <cdr:to>
      <cdr:x>0.85625</cdr:x>
      <cdr:y>0.83179</cdr:y>
    </cdr:to>
    <cdr:pic>
      <cdr:nvPicPr>
        <cdr:cNvPr id="4" name="chart">
          <a:extLst xmlns:a="http://schemas.openxmlformats.org/drawingml/2006/main">
            <a:ext uri="{FF2B5EF4-FFF2-40B4-BE49-F238E27FC236}">
              <a16:creationId xmlns:a16="http://schemas.microsoft.com/office/drawing/2014/main" id="{50CC29E3-A1E2-4A1D-ABD7-35D71A996F1A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2057401" y="632289"/>
          <a:ext cx="14935199" cy="7721136"/>
        </a:xfrm>
        <a:prstGeom xmlns:a="http://schemas.openxmlformats.org/drawingml/2006/main" prst="rect">
          <a:avLst/>
        </a:prstGeom>
      </cdr:spPr>
    </cdr:pic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267F8B-2609-4C6A-B648-B712EA4B5DB5}" type="datetimeFigureOut">
              <a:rPr lang="pt-BR" smtClean="0"/>
              <a:t>15/05/2026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C76241-94DF-4EB4-974C-91D99427F8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56964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76241-94DF-4EB4-974C-91D99427F8F5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78446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chart" Target="../charts/char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chart" Target="../charts/char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chart" Target="../charts/char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chart" Target="../charts/char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6555" b="-16555"/>
            </a:stretch>
          </a:blipFill>
        </p:spPr>
        <p:txBody>
          <a:bodyPr/>
          <a:lstStyle/>
          <a:p>
            <a:endParaRPr lang="pt-BR" dirty="0"/>
          </a:p>
        </p:txBody>
      </p:sp>
      <p:sp>
        <p:nvSpPr>
          <p:cNvPr id="3" name="Freeform 3"/>
          <p:cNvSpPr/>
          <p:nvPr/>
        </p:nvSpPr>
        <p:spPr>
          <a:xfrm>
            <a:off x="0" y="7901902"/>
            <a:ext cx="18288000" cy="3735101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541172" y="522631"/>
            <a:ext cx="3989076" cy="2217468"/>
            <a:chOff x="0" y="0"/>
            <a:chExt cx="5318769" cy="2956624"/>
          </a:xfrm>
        </p:grpSpPr>
        <p:sp>
          <p:nvSpPr>
            <p:cNvPr id="5" name="Freeform 5"/>
            <p:cNvSpPr/>
            <p:nvPr/>
          </p:nvSpPr>
          <p:spPr>
            <a:xfrm>
              <a:off x="0" y="1617791"/>
              <a:ext cx="5318769" cy="685359"/>
            </a:xfrm>
            <a:custGeom>
              <a:avLst/>
              <a:gdLst/>
              <a:ahLst/>
              <a:cxnLst/>
              <a:rect l="l" t="t" r="r" b="b"/>
              <a:pathLst>
                <a:path w="5318769" h="685359">
                  <a:moveTo>
                    <a:pt x="0" y="0"/>
                  </a:moveTo>
                  <a:lnTo>
                    <a:pt x="5318769" y="0"/>
                  </a:lnTo>
                  <a:lnTo>
                    <a:pt x="5318769" y="685359"/>
                  </a:lnTo>
                  <a:lnTo>
                    <a:pt x="0" y="6853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346867" b="-329187"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0" y="0"/>
              <a:ext cx="5318769" cy="1617791"/>
            </a:xfrm>
            <a:custGeom>
              <a:avLst/>
              <a:gdLst/>
              <a:ahLst/>
              <a:cxnLst/>
              <a:rect l="l" t="t" r="r" b="b"/>
              <a:pathLst>
                <a:path w="5318769" h="1617791">
                  <a:moveTo>
                    <a:pt x="0" y="0"/>
                  </a:moveTo>
                  <a:lnTo>
                    <a:pt x="5318769" y="0"/>
                  </a:lnTo>
                  <a:lnTo>
                    <a:pt x="5318769" y="1617791"/>
                  </a:lnTo>
                  <a:lnTo>
                    <a:pt x="0" y="16177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46946" b="-181820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2303150"/>
              <a:ext cx="5318769" cy="653473"/>
            </a:xfrm>
            <a:custGeom>
              <a:avLst/>
              <a:gdLst/>
              <a:ahLst/>
              <a:cxnLst/>
              <a:rect l="l" t="t" r="r" b="b"/>
              <a:pathLst>
                <a:path w="5318769" h="653473">
                  <a:moveTo>
                    <a:pt x="0" y="0"/>
                  </a:moveTo>
                  <a:lnTo>
                    <a:pt x="5318769" y="0"/>
                  </a:lnTo>
                  <a:lnTo>
                    <a:pt x="5318769" y="653474"/>
                  </a:lnTo>
                  <a:lnTo>
                    <a:pt x="0" y="6534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471642" b="-242280"/>
              </a:stretch>
            </a:blipFill>
          </p:spPr>
        </p:sp>
      </p:grpSp>
      <p:sp>
        <p:nvSpPr>
          <p:cNvPr id="8" name="AutoShape 8"/>
          <p:cNvSpPr/>
          <p:nvPr/>
        </p:nvSpPr>
        <p:spPr>
          <a:xfrm flipV="1">
            <a:off x="1028700" y="3494253"/>
            <a:ext cx="19050" cy="2337212"/>
          </a:xfrm>
          <a:prstGeom prst="line">
            <a:avLst/>
          </a:prstGeom>
          <a:ln w="95250" cap="flat">
            <a:solidFill>
              <a:srgbClr val="0B0B3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9"/>
          <p:cNvSpPr txBox="1"/>
          <p:nvPr/>
        </p:nvSpPr>
        <p:spPr>
          <a:xfrm>
            <a:off x="1449777" y="3121098"/>
            <a:ext cx="18703803" cy="1308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36"/>
              </a:lnSpc>
            </a:pPr>
            <a:r>
              <a:rPr lang="en-US" sz="9058" b="1" dirty="0">
                <a:solidFill>
                  <a:srgbClr val="0B0B3D"/>
                </a:solidFill>
                <a:latin typeface="Arial Bold"/>
                <a:ea typeface="Arial Bold"/>
                <a:cs typeface="Arial Bold"/>
                <a:sym typeface="Arial Bold"/>
              </a:rPr>
              <a:t>GR &amp; FROTA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86375" y="6212853"/>
            <a:ext cx="7017584" cy="4856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23"/>
              </a:lnSpc>
            </a:pPr>
            <a:r>
              <a:rPr lang="en-US" sz="2873" b="1" dirty="0" err="1">
                <a:solidFill>
                  <a:srgbClr val="0B0B3D"/>
                </a:solidFill>
                <a:latin typeface="Arial Bold"/>
                <a:ea typeface="Arial Bold"/>
                <a:cs typeface="Arial Bold"/>
                <a:sym typeface="Arial Bold"/>
              </a:rPr>
              <a:t>Apresentado</a:t>
            </a:r>
            <a:r>
              <a:rPr lang="en-US" sz="2873" b="1" dirty="0">
                <a:solidFill>
                  <a:srgbClr val="0B0B3D"/>
                </a:solidFill>
                <a:latin typeface="Arial Bold"/>
                <a:ea typeface="Arial Bold"/>
                <a:cs typeface="Arial Bold"/>
                <a:sym typeface="Arial Bold"/>
              </a:rPr>
              <a:t> por: Leandro </a:t>
            </a:r>
            <a:r>
              <a:rPr lang="en-US" sz="2873" b="1" dirty="0" err="1">
                <a:solidFill>
                  <a:srgbClr val="0B0B3D"/>
                </a:solidFill>
                <a:latin typeface="Arial Bold"/>
                <a:ea typeface="Arial Bold"/>
                <a:cs typeface="Arial Bold"/>
                <a:sym typeface="Arial Bold"/>
              </a:rPr>
              <a:t>osmar</a:t>
            </a:r>
            <a:r>
              <a:rPr lang="en-US" sz="2873" b="1" dirty="0">
                <a:solidFill>
                  <a:srgbClr val="0B0B3D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873" b="1" dirty="0" err="1">
                <a:solidFill>
                  <a:srgbClr val="0B0B3D"/>
                </a:solidFill>
                <a:latin typeface="Arial Bold"/>
                <a:ea typeface="Arial Bold"/>
                <a:cs typeface="Arial Bold"/>
                <a:sym typeface="Arial Bold"/>
              </a:rPr>
              <a:t>berndt</a:t>
            </a:r>
            <a:endParaRPr lang="en-US" sz="2873" b="1" dirty="0">
              <a:solidFill>
                <a:srgbClr val="0B0B3D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86375" y="6755773"/>
            <a:ext cx="8886718" cy="485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10"/>
              </a:lnSpc>
            </a:pPr>
            <a:r>
              <a:rPr lang="en-US" sz="2864" b="1" dirty="0" err="1">
                <a:solidFill>
                  <a:srgbClr val="FF6428"/>
                </a:solidFill>
                <a:latin typeface="Arial Bold"/>
                <a:ea typeface="Arial Bold"/>
                <a:cs typeface="Arial Bold"/>
                <a:sym typeface="Arial Bold"/>
              </a:rPr>
              <a:t>Período</a:t>
            </a:r>
            <a:r>
              <a:rPr lang="en-US" sz="2864" b="1" dirty="0">
                <a:solidFill>
                  <a:srgbClr val="FF6428"/>
                </a:solidFill>
                <a:latin typeface="Arial Bold"/>
                <a:ea typeface="Arial Bold"/>
                <a:cs typeface="Arial Bold"/>
                <a:sym typeface="Arial Bold"/>
              </a:rPr>
              <a:t>: 04-2026 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2667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7" y="1133475"/>
            <a:ext cx="6951492" cy="632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Frota</a:t>
            </a: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83292527"/>
              </p:ext>
            </p:extLst>
          </p:nvPr>
        </p:nvGraphicFramePr>
        <p:xfrm>
          <a:off x="4599946" y="1549632"/>
          <a:ext cx="14990073" cy="71877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CaixaDeTexto 7">
            <a:extLst>
              <a:ext uri="{FF2B5EF4-FFF2-40B4-BE49-F238E27FC236}">
                <a16:creationId xmlns:a16="http://schemas.microsoft.com/office/drawing/2014/main" id="{757B94DD-6AD4-4052-8384-E50FB77D38E9}"/>
              </a:ext>
            </a:extLst>
          </p:cNvPr>
          <p:cNvSpPr txBox="1"/>
          <p:nvPr/>
        </p:nvSpPr>
        <p:spPr>
          <a:xfrm>
            <a:off x="651227" y="2418524"/>
            <a:ext cx="376888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dirty="0">
                <a:solidFill>
                  <a:srgbClr val="FF0000"/>
                </a:solidFill>
              </a:rPr>
              <a:t>Mês 03-2026 </a:t>
            </a:r>
          </a:p>
          <a:p>
            <a:endParaRPr lang="pt-BR" sz="4800" dirty="0">
              <a:solidFill>
                <a:srgbClr val="FF0000"/>
              </a:solidFill>
            </a:endParaRPr>
          </a:p>
          <a:p>
            <a:r>
              <a:rPr lang="pt-BR" sz="4800" dirty="0">
                <a:solidFill>
                  <a:srgbClr val="FF0000"/>
                </a:solidFill>
              </a:rPr>
              <a:t>R</a:t>
            </a:r>
            <a:r>
              <a:rPr lang="pt-BR" sz="4800" b="1" dirty="0">
                <a:solidFill>
                  <a:srgbClr val="FF0000"/>
                </a:solidFill>
              </a:rPr>
              <a:t>$</a:t>
            </a:r>
            <a:r>
              <a:rPr lang="pt-BR" sz="4800" dirty="0">
                <a:solidFill>
                  <a:srgbClr val="FF0000"/>
                </a:solidFill>
              </a:rPr>
              <a:t> 101.564,39 </a:t>
            </a:r>
          </a:p>
          <a:p>
            <a:endParaRPr lang="pt-BR" sz="4800" dirty="0">
              <a:solidFill>
                <a:srgbClr val="FF0000"/>
              </a:solidFill>
            </a:endParaRPr>
          </a:p>
          <a:p>
            <a:r>
              <a:rPr lang="pt-BR" sz="4800" dirty="0">
                <a:solidFill>
                  <a:srgbClr val="FF0000"/>
                </a:solidFill>
              </a:rPr>
              <a:t> Uma redução de 19,44%</a:t>
            </a:r>
          </a:p>
        </p:txBody>
      </p:sp>
    </p:spTree>
    <p:extLst>
      <p:ext uri="{BB962C8B-B14F-4D97-AF65-F5344CB8AC3E}">
        <p14:creationId xmlns:p14="http://schemas.microsoft.com/office/powerpoint/2010/main" val="34801047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19200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5702455" cy="61722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0" indent="-857250" algn="l">
              <a:lnSpc>
                <a:spcPts val="4792"/>
              </a:lnSpc>
              <a:buFont typeface="Arial" panose="020B0604020202020204" pitchFamily="34" charset="0"/>
              <a:buChar char="•"/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16360047"/>
              </p:ext>
            </p:extLst>
          </p:nvPr>
        </p:nvGraphicFramePr>
        <p:xfrm>
          <a:off x="1155035" y="5829300"/>
          <a:ext cx="17305790" cy="37337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10" name="Imagem 9">
            <a:extLst>
              <a:ext uri="{FF2B5EF4-FFF2-40B4-BE49-F238E27FC236}">
                <a16:creationId xmlns:a16="http://schemas.microsoft.com/office/drawing/2014/main" id="{0FFE6D7C-9CDE-4C9B-9D9B-3FEA224730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685" y="0"/>
            <a:ext cx="16420713" cy="8801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313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19200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5702455" cy="61722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0" indent="-857250" algn="l">
              <a:lnSpc>
                <a:spcPts val="4792"/>
              </a:lnSpc>
              <a:buFont typeface="Arial" panose="020B0604020202020204" pitchFamily="34" charset="0"/>
              <a:buChar char="•"/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/>
        </p:nvGraphicFramePr>
        <p:xfrm>
          <a:off x="1155035" y="5829300"/>
          <a:ext cx="17305790" cy="37337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9" name="Imagem 8">
            <a:extLst>
              <a:ext uri="{FF2B5EF4-FFF2-40B4-BE49-F238E27FC236}">
                <a16:creationId xmlns:a16="http://schemas.microsoft.com/office/drawing/2014/main" id="{A1DAEBCE-6DEF-4378-BDDF-963BB8BCC9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495300"/>
            <a:ext cx="16750113" cy="845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259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19200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5702455" cy="61722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0" indent="-857250" algn="l">
              <a:lnSpc>
                <a:spcPts val="4792"/>
              </a:lnSpc>
              <a:buFont typeface="Arial" panose="020B0604020202020204" pitchFamily="34" charset="0"/>
              <a:buChar char="•"/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/>
        </p:nvGraphicFramePr>
        <p:xfrm>
          <a:off x="1155035" y="5829300"/>
          <a:ext cx="17305790" cy="37337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9" name="Imagem 8">
            <a:extLst>
              <a:ext uri="{FF2B5EF4-FFF2-40B4-BE49-F238E27FC236}">
                <a16:creationId xmlns:a16="http://schemas.microsoft.com/office/drawing/2014/main" id="{836C34D5-F940-4D26-BC56-97B345880C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5164" y="280987"/>
            <a:ext cx="15422117" cy="888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6382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19200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5702455" cy="61722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0" indent="-857250" algn="l">
              <a:lnSpc>
                <a:spcPts val="4792"/>
              </a:lnSpc>
              <a:buFont typeface="Arial" panose="020B0604020202020204" pitchFamily="34" charset="0"/>
              <a:buChar char="•"/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/>
        </p:nvGraphicFramePr>
        <p:xfrm>
          <a:off x="1155035" y="5829300"/>
          <a:ext cx="17305790" cy="37337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10" name="Imagem 9">
            <a:extLst>
              <a:ext uri="{FF2B5EF4-FFF2-40B4-BE49-F238E27FC236}">
                <a16:creationId xmlns:a16="http://schemas.microsoft.com/office/drawing/2014/main" id="{476D825A-C0A6-46B8-8414-B92154CEE6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685" y="419100"/>
            <a:ext cx="16649315" cy="853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3616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19200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5702455" cy="61722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0" indent="-857250" algn="l">
              <a:lnSpc>
                <a:spcPts val="4792"/>
              </a:lnSpc>
              <a:buFont typeface="Arial" panose="020B0604020202020204" pitchFamily="34" charset="0"/>
              <a:buChar char="•"/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/>
        </p:nvGraphicFramePr>
        <p:xfrm>
          <a:off x="1155035" y="5829300"/>
          <a:ext cx="17305790" cy="37337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9" name="Imagem 8">
            <a:extLst>
              <a:ext uri="{FF2B5EF4-FFF2-40B4-BE49-F238E27FC236}">
                <a16:creationId xmlns:a16="http://schemas.microsoft.com/office/drawing/2014/main" id="{3800A933-415F-4271-A316-50943035F7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0507" y="419100"/>
            <a:ext cx="16055106" cy="838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602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19200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5702455" cy="61722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0" indent="-857250" algn="l">
              <a:lnSpc>
                <a:spcPts val="4792"/>
              </a:lnSpc>
              <a:buFont typeface="Arial" panose="020B0604020202020204" pitchFamily="34" charset="0"/>
              <a:buChar char="•"/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/>
        </p:nvGraphicFramePr>
        <p:xfrm>
          <a:off x="1155035" y="5829300"/>
          <a:ext cx="17305790" cy="37337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12" name="Imagem 11">
            <a:extLst>
              <a:ext uri="{FF2B5EF4-FFF2-40B4-BE49-F238E27FC236}">
                <a16:creationId xmlns:a16="http://schemas.microsoft.com/office/drawing/2014/main" id="{53DE5790-E83D-4481-AE1F-826D962480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684" y="-419100"/>
            <a:ext cx="16020661" cy="937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4737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FB2AE-398B-08D5-72B1-A60AFE343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488ABB3-1D41-3FC7-AB6F-0010DFE744B2}"/>
              </a:ext>
            </a:extLst>
          </p:cNvPr>
          <p:cNvSpPr/>
          <p:nvPr/>
        </p:nvSpPr>
        <p:spPr>
          <a:xfrm>
            <a:off x="-1036965" y="-4953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7F69C83B-755A-E7E4-3949-7911C827002C}"/>
              </a:ext>
            </a:extLst>
          </p:cNvPr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223EBC0-C4A1-041B-FE8F-D60FB7A140F5}"/>
              </a:ext>
            </a:extLst>
          </p:cNvPr>
          <p:cNvSpPr txBox="1"/>
          <p:nvPr/>
        </p:nvSpPr>
        <p:spPr>
          <a:xfrm>
            <a:off x="1430507" y="1133475"/>
            <a:ext cx="6951492" cy="632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Preventiva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A20F6BB-C472-977B-5D33-30C8FBF05C74}"/>
              </a:ext>
            </a:extLst>
          </p:cNvPr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F61060F2-B713-F6BC-8538-12930DC17460}"/>
              </a:ext>
            </a:extLst>
          </p:cNvPr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3416B7B2-D624-EE94-B4FF-290E4DDB9B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21826518"/>
              </p:ext>
            </p:extLst>
          </p:nvPr>
        </p:nvGraphicFramePr>
        <p:xfrm>
          <a:off x="1929383" y="1845603"/>
          <a:ext cx="14429233" cy="77973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8375598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7EAEC12C-97CA-4888-BBD6-E1A6D1204C49}"/>
              </a:ext>
            </a:extLst>
          </p:cNvPr>
          <p:cNvSpPr/>
          <p:nvPr/>
        </p:nvSpPr>
        <p:spPr>
          <a:xfrm>
            <a:off x="1295400" y="723900"/>
            <a:ext cx="6096000" cy="9978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8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Corretiva</a:t>
            </a:r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pt-BR" sz="5884" dirty="0"/>
          </a:p>
        </p:txBody>
      </p:sp>
      <p:sp>
        <p:nvSpPr>
          <p:cNvPr id="5" name="Freeform 6">
            <a:extLst>
              <a:ext uri="{FF2B5EF4-FFF2-40B4-BE49-F238E27FC236}">
                <a16:creationId xmlns:a16="http://schemas.microsoft.com/office/drawing/2014/main" id="{CF344EAB-19A8-EB09-AE40-6E84BA533F8F}"/>
              </a:ext>
            </a:extLst>
          </p:cNvPr>
          <p:cNvSpPr/>
          <p:nvPr/>
        </p:nvSpPr>
        <p:spPr>
          <a:xfrm>
            <a:off x="-1" y="8877300"/>
            <a:ext cx="18288001" cy="1409700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C625AA7-AABD-4CC0-9971-D88B411D7AF5}"/>
              </a:ext>
            </a:extLst>
          </p:cNvPr>
          <p:cNvSpPr txBox="1"/>
          <p:nvPr/>
        </p:nvSpPr>
        <p:spPr>
          <a:xfrm>
            <a:off x="152400" y="1866900"/>
            <a:ext cx="36576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dirty="0">
                <a:solidFill>
                  <a:srgbClr val="FF0000"/>
                </a:solidFill>
              </a:rPr>
              <a:t>Mês 03-2026 </a:t>
            </a:r>
          </a:p>
          <a:p>
            <a:endParaRPr lang="pt-BR" sz="4800" dirty="0">
              <a:solidFill>
                <a:srgbClr val="FF0000"/>
              </a:solidFill>
            </a:endParaRPr>
          </a:p>
          <a:p>
            <a:r>
              <a:rPr lang="pt-BR" sz="4800" dirty="0">
                <a:solidFill>
                  <a:srgbClr val="FF0000"/>
                </a:solidFill>
              </a:rPr>
              <a:t>R$ 62.104,71 </a:t>
            </a:r>
          </a:p>
          <a:p>
            <a:endParaRPr lang="pt-BR" sz="4800" dirty="0">
              <a:solidFill>
                <a:srgbClr val="FF0000"/>
              </a:solidFill>
            </a:endParaRPr>
          </a:p>
          <a:p>
            <a:r>
              <a:rPr lang="pt-BR" sz="4800" dirty="0">
                <a:solidFill>
                  <a:srgbClr val="FF0000"/>
                </a:solidFill>
              </a:rPr>
              <a:t>Uma redução de 39,65% 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63D4040B-EA83-44A7-93EB-D87ECFC351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0" y="1721737"/>
            <a:ext cx="12496800" cy="7384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4235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7EAEC12C-97CA-4888-BBD6-E1A6D1204C49}"/>
              </a:ext>
            </a:extLst>
          </p:cNvPr>
          <p:cNvSpPr/>
          <p:nvPr/>
        </p:nvSpPr>
        <p:spPr>
          <a:xfrm>
            <a:off x="1295400" y="723900"/>
            <a:ext cx="6096000" cy="9978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Socorro </a:t>
            </a:r>
            <a:endParaRPr lang="pt-BR" sz="5884" dirty="0"/>
          </a:p>
        </p:txBody>
      </p:sp>
      <p:sp>
        <p:nvSpPr>
          <p:cNvPr id="3" name="Freeform 6">
            <a:extLst>
              <a:ext uri="{FF2B5EF4-FFF2-40B4-BE49-F238E27FC236}">
                <a16:creationId xmlns:a16="http://schemas.microsoft.com/office/drawing/2014/main" id="{9664D922-D62A-8199-5998-E48D19F8C57D}"/>
              </a:ext>
            </a:extLst>
          </p:cNvPr>
          <p:cNvSpPr/>
          <p:nvPr/>
        </p:nvSpPr>
        <p:spPr>
          <a:xfrm>
            <a:off x="-1" y="9105900"/>
            <a:ext cx="18288001" cy="1181100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3BE60AA-6A09-4A58-9048-1DAC1F2F4C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0" y="1638300"/>
            <a:ext cx="13792200" cy="746760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7828132D-8189-4BED-9E21-763F1B0D67C4}"/>
              </a:ext>
            </a:extLst>
          </p:cNvPr>
          <p:cNvSpPr txBox="1"/>
          <p:nvPr/>
        </p:nvSpPr>
        <p:spPr>
          <a:xfrm>
            <a:off x="304800" y="1943100"/>
            <a:ext cx="38862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dirty="0">
                <a:solidFill>
                  <a:srgbClr val="FF0000"/>
                </a:solidFill>
              </a:rPr>
              <a:t>Mês 03-2026 </a:t>
            </a:r>
          </a:p>
          <a:p>
            <a:endParaRPr lang="pt-BR" sz="4800" dirty="0">
              <a:solidFill>
                <a:srgbClr val="FF0000"/>
              </a:solidFill>
            </a:endParaRPr>
          </a:p>
          <a:p>
            <a:r>
              <a:rPr lang="pt-BR" sz="4800" dirty="0">
                <a:solidFill>
                  <a:srgbClr val="FF0000"/>
                </a:solidFill>
              </a:rPr>
              <a:t>R$ 3.780,00</a:t>
            </a:r>
          </a:p>
          <a:p>
            <a:endParaRPr lang="pt-BR" sz="4800" dirty="0">
              <a:solidFill>
                <a:srgbClr val="FF0000"/>
              </a:solidFill>
            </a:endParaRPr>
          </a:p>
          <a:p>
            <a:r>
              <a:rPr lang="pt-BR" sz="4800" dirty="0">
                <a:solidFill>
                  <a:srgbClr val="FF0000"/>
                </a:solidFill>
              </a:rPr>
              <a:t>Aumento de 392,48 %</a:t>
            </a:r>
          </a:p>
        </p:txBody>
      </p:sp>
    </p:spTree>
    <p:extLst>
      <p:ext uri="{BB962C8B-B14F-4D97-AF65-F5344CB8AC3E}">
        <p14:creationId xmlns:p14="http://schemas.microsoft.com/office/powerpoint/2010/main" val="7276712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7EAEC12C-97CA-4888-BBD6-E1A6D1204C49}"/>
              </a:ext>
            </a:extLst>
          </p:cNvPr>
          <p:cNvSpPr/>
          <p:nvPr/>
        </p:nvSpPr>
        <p:spPr>
          <a:xfrm>
            <a:off x="762000" y="723900"/>
            <a:ext cx="17983200" cy="9978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8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Acessorios</a:t>
            </a:r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endParaRPr lang="pt-BR" sz="5884" dirty="0"/>
          </a:p>
        </p:txBody>
      </p:sp>
      <p:sp>
        <p:nvSpPr>
          <p:cNvPr id="2" name="Freeform 6">
            <a:extLst>
              <a:ext uri="{FF2B5EF4-FFF2-40B4-BE49-F238E27FC236}">
                <a16:creationId xmlns:a16="http://schemas.microsoft.com/office/drawing/2014/main" id="{18C5FBB3-1545-20C2-BAD5-F0DD5D6E9E70}"/>
              </a:ext>
            </a:extLst>
          </p:cNvPr>
          <p:cNvSpPr/>
          <p:nvPr/>
        </p:nvSpPr>
        <p:spPr>
          <a:xfrm>
            <a:off x="-1" y="9105900"/>
            <a:ext cx="18288001" cy="1181100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C7B24CFD-229D-4BD7-ACA3-060D26CF83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3800" y="1721737"/>
            <a:ext cx="14249399" cy="7688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5621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FA0B3-2C95-587C-5641-2B4711EDD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C5F8D97F-D4B8-7E84-F765-F208292FD820}"/>
              </a:ext>
            </a:extLst>
          </p:cNvPr>
          <p:cNvSpPr/>
          <p:nvPr/>
        </p:nvSpPr>
        <p:spPr>
          <a:xfrm>
            <a:off x="762000" y="723900"/>
            <a:ext cx="17983200" cy="9978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8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Bau</a:t>
            </a:r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endParaRPr lang="pt-BR" sz="5884" dirty="0"/>
          </a:p>
        </p:txBody>
      </p:sp>
      <p:sp>
        <p:nvSpPr>
          <p:cNvPr id="2" name="Freeform 6">
            <a:extLst>
              <a:ext uri="{FF2B5EF4-FFF2-40B4-BE49-F238E27FC236}">
                <a16:creationId xmlns:a16="http://schemas.microsoft.com/office/drawing/2014/main" id="{F262DB52-2CA1-12D4-4FC2-B01B53463F07}"/>
              </a:ext>
            </a:extLst>
          </p:cNvPr>
          <p:cNvSpPr/>
          <p:nvPr/>
        </p:nvSpPr>
        <p:spPr>
          <a:xfrm>
            <a:off x="-1" y="9105900"/>
            <a:ext cx="18288001" cy="1181100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62E7098-DCBA-48E3-9572-655FC5ED7F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800" y="1866900"/>
            <a:ext cx="13411199" cy="746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9892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FA0B3-2C95-587C-5641-2B4711EDD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C5F8D97F-D4B8-7E84-F765-F208292FD820}"/>
              </a:ext>
            </a:extLst>
          </p:cNvPr>
          <p:cNvSpPr/>
          <p:nvPr/>
        </p:nvSpPr>
        <p:spPr>
          <a:xfrm>
            <a:off x="762000" y="723900"/>
            <a:ext cx="17983200" cy="9978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8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Lavação</a:t>
            </a:r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endParaRPr lang="pt-BR" sz="5884" dirty="0"/>
          </a:p>
        </p:txBody>
      </p:sp>
      <p:sp>
        <p:nvSpPr>
          <p:cNvPr id="2" name="Freeform 6">
            <a:extLst>
              <a:ext uri="{FF2B5EF4-FFF2-40B4-BE49-F238E27FC236}">
                <a16:creationId xmlns:a16="http://schemas.microsoft.com/office/drawing/2014/main" id="{F262DB52-2CA1-12D4-4FC2-B01B53463F07}"/>
              </a:ext>
            </a:extLst>
          </p:cNvPr>
          <p:cNvSpPr/>
          <p:nvPr/>
        </p:nvSpPr>
        <p:spPr>
          <a:xfrm>
            <a:off x="-1" y="9105900"/>
            <a:ext cx="18288001" cy="1181100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3D786C4-B679-4503-A0B5-8A1BF91CA3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1721737"/>
            <a:ext cx="15087600" cy="7536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2480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FA0B3-2C95-587C-5641-2B4711EDD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C5F8D97F-D4B8-7E84-F765-F208292FD820}"/>
              </a:ext>
            </a:extLst>
          </p:cNvPr>
          <p:cNvSpPr/>
          <p:nvPr/>
        </p:nvSpPr>
        <p:spPr>
          <a:xfrm>
            <a:off x="762000" y="723900"/>
            <a:ext cx="17983200" cy="9978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8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Pneus</a:t>
            </a:r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  <a:endParaRPr lang="pt-BR" sz="5884" dirty="0"/>
          </a:p>
        </p:txBody>
      </p:sp>
      <p:sp>
        <p:nvSpPr>
          <p:cNvPr id="2" name="Freeform 6">
            <a:extLst>
              <a:ext uri="{FF2B5EF4-FFF2-40B4-BE49-F238E27FC236}">
                <a16:creationId xmlns:a16="http://schemas.microsoft.com/office/drawing/2014/main" id="{F262DB52-2CA1-12D4-4FC2-B01B53463F07}"/>
              </a:ext>
            </a:extLst>
          </p:cNvPr>
          <p:cNvSpPr/>
          <p:nvPr/>
        </p:nvSpPr>
        <p:spPr>
          <a:xfrm>
            <a:off x="-1" y="9105900"/>
            <a:ext cx="18288001" cy="1181100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38C9255-5402-4C63-9D2A-2D6FFBE1E2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14400" y="1721737"/>
            <a:ext cx="17526000" cy="7688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0707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FA0B3-2C95-587C-5641-2B4711EDD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C5F8D97F-D4B8-7E84-F765-F208292FD820}"/>
              </a:ext>
            </a:extLst>
          </p:cNvPr>
          <p:cNvSpPr/>
          <p:nvPr/>
        </p:nvSpPr>
        <p:spPr>
          <a:xfrm>
            <a:off x="762000" y="723900"/>
            <a:ext cx="17983200" cy="9978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8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Litros</a:t>
            </a:r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588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abastecimentos</a:t>
            </a:r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endParaRPr lang="pt-BR" sz="5884" dirty="0"/>
          </a:p>
        </p:txBody>
      </p:sp>
      <p:sp>
        <p:nvSpPr>
          <p:cNvPr id="2" name="Freeform 6">
            <a:extLst>
              <a:ext uri="{FF2B5EF4-FFF2-40B4-BE49-F238E27FC236}">
                <a16:creationId xmlns:a16="http://schemas.microsoft.com/office/drawing/2014/main" id="{F262DB52-2CA1-12D4-4FC2-B01B53463F07}"/>
              </a:ext>
            </a:extLst>
          </p:cNvPr>
          <p:cNvSpPr/>
          <p:nvPr/>
        </p:nvSpPr>
        <p:spPr>
          <a:xfrm>
            <a:off x="-1" y="9105900"/>
            <a:ext cx="18288001" cy="1181100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B421A03-FACE-48A6-818D-ADD0812115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324100"/>
            <a:ext cx="15544800" cy="655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6720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FA0B3-2C95-587C-5641-2B4711EDD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C5F8D97F-D4B8-7E84-F765-F208292FD820}"/>
              </a:ext>
            </a:extLst>
          </p:cNvPr>
          <p:cNvSpPr/>
          <p:nvPr/>
        </p:nvSpPr>
        <p:spPr>
          <a:xfrm>
            <a:off x="762000" y="723900"/>
            <a:ext cx="17983200" cy="19033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Medias de </a:t>
            </a:r>
            <a:r>
              <a:rPr lang="en-US" sz="588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valores</a:t>
            </a:r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8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combustiveis</a:t>
            </a:r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endParaRPr lang="pt-BR" sz="5884" dirty="0"/>
          </a:p>
        </p:txBody>
      </p:sp>
      <p:sp>
        <p:nvSpPr>
          <p:cNvPr id="2" name="Freeform 6">
            <a:extLst>
              <a:ext uri="{FF2B5EF4-FFF2-40B4-BE49-F238E27FC236}">
                <a16:creationId xmlns:a16="http://schemas.microsoft.com/office/drawing/2014/main" id="{F262DB52-2CA1-12D4-4FC2-B01B53463F07}"/>
              </a:ext>
            </a:extLst>
          </p:cNvPr>
          <p:cNvSpPr/>
          <p:nvPr/>
        </p:nvSpPr>
        <p:spPr>
          <a:xfrm>
            <a:off x="-1" y="9105900"/>
            <a:ext cx="18288001" cy="1181100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0675A78-6844-4B2E-9804-46BCF04451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638300"/>
            <a:ext cx="18135600" cy="807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6745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FA0B3-2C95-587C-5641-2B4711EDD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C5F8D97F-D4B8-7E84-F765-F208292FD820}"/>
              </a:ext>
            </a:extLst>
          </p:cNvPr>
          <p:cNvSpPr/>
          <p:nvPr/>
        </p:nvSpPr>
        <p:spPr>
          <a:xfrm>
            <a:off x="533400" y="419100"/>
            <a:ext cx="17297400" cy="8551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8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Ar</a:t>
            </a:r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8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condicionado</a:t>
            </a:r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8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veicular</a:t>
            </a:r>
            <a:endParaRPr lang="en-US" sz="588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            </a:t>
            </a: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MKQ2E28</a:t>
            </a: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GXH8043</a:t>
            </a: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QIY4838</a:t>
            </a: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MLM9642</a:t>
            </a: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OKG5I79</a:t>
            </a: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MKG1B33</a:t>
            </a: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APH4G43 </a:t>
            </a: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MIY6c60</a:t>
            </a: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RYY7F89</a:t>
            </a: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OKG5I79</a:t>
            </a: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QHC7F95 </a:t>
            </a: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NPJ4E43 ( FALTA )</a:t>
            </a:r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  <a:endParaRPr lang="pt-BR" sz="5884" dirty="0"/>
          </a:p>
        </p:txBody>
      </p:sp>
      <p:sp>
        <p:nvSpPr>
          <p:cNvPr id="2" name="Freeform 6">
            <a:extLst>
              <a:ext uri="{FF2B5EF4-FFF2-40B4-BE49-F238E27FC236}">
                <a16:creationId xmlns:a16="http://schemas.microsoft.com/office/drawing/2014/main" id="{F262DB52-2CA1-12D4-4FC2-B01B53463F07}"/>
              </a:ext>
            </a:extLst>
          </p:cNvPr>
          <p:cNvSpPr/>
          <p:nvPr/>
        </p:nvSpPr>
        <p:spPr>
          <a:xfrm>
            <a:off x="-1" y="9486900"/>
            <a:ext cx="18288001" cy="800100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42421772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FA0B3-2C95-587C-5641-2B4711EDD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C5F8D97F-D4B8-7E84-F765-F208292FD820}"/>
              </a:ext>
            </a:extLst>
          </p:cNvPr>
          <p:cNvSpPr/>
          <p:nvPr/>
        </p:nvSpPr>
        <p:spPr>
          <a:xfrm>
            <a:off x="533400" y="419100"/>
            <a:ext cx="17297400" cy="44708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8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Ar</a:t>
            </a:r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8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condicionado</a:t>
            </a:r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8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veicular</a:t>
            </a:r>
            <a:endParaRPr lang="en-US" sz="588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endParaRPr lang="en-US" sz="588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MLX8C23 ( FALTA )</a:t>
            </a: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EPP6H50 ( FALTA ) </a:t>
            </a: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MLU0908 ( FALTA )</a:t>
            </a: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FVE9D27 ( FALTA ) </a:t>
            </a:r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endParaRPr lang="pt-BR" sz="5884" dirty="0"/>
          </a:p>
        </p:txBody>
      </p:sp>
      <p:sp>
        <p:nvSpPr>
          <p:cNvPr id="2" name="Freeform 6">
            <a:extLst>
              <a:ext uri="{FF2B5EF4-FFF2-40B4-BE49-F238E27FC236}">
                <a16:creationId xmlns:a16="http://schemas.microsoft.com/office/drawing/2014/main" id="{F262DB52-2CA1-12D4-4FC2-B01B53463F07}"/>
              </a:ext>
            </a:extLst>
          </p:cNvPr>
          <p:cNvSpPr/>
          <p:nvPr/>
        </p:nvSpPr>
        <p:spPr>
          <a:xfrm>
            <a:off x="-1" y="9486900"/>
            <a:ext cx="18288001" cy="800100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3006252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6933692" cy="632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Sm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geradas</a:t>
            </a:r>
            <a:r>
              <a:rPr lang="en-US" sz="5844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41842967"/>
              </p:ext>
            </p:extLst>
          </p:nvPr>
        </p:nvGraphicFramePr>
        <p:xfrm>
          <a:off x="-19" y="1832483"/>
          <a:ext cx="19313465" cy="78830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7565060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0304285" cy="632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Principais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destinos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37124642"/>
              </p:ext>
            </p:extLst>
          </p:nvPr>
        </p:nvGraphicFramePr>
        <p:xfrm>
          <a:off x="0" y="1765764"/>
          <a:ext cx="19964400" cy="78222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723268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0304285" cy="632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Tempo medio de checklist  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68597404"/>
              </p:ext>
            </p:extLst>
          </p:nvPr>
        </p:nvGraphicFramePr>
        <p:xfrm>
          <a:off x="1430488" y="1765764"/>
          <a:ext cx="17882959" cy="78222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5177648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0304285" cy="632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Sinistro   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0735271"/>
              </p:ext>
            </p:extLst>
          </p:nvPr>
        </p:nvGraphicFramePr>
        <p:xfrm>
          <a:off x="2667002" y="1765764"/>
          <a:ext cx="15041968" cy="71972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4756502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7669804" cy="632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Projeto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em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andamento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3600" dirty="0"/>
              <a:t>  </a:t>
            </a: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21142257"/>
              </p:ext>
            </p:extLst>
          </p:nvPr>
        </p:nvGraphicFramePr>
        <p:xfrm>
          <a:off x="-33340" y="1166812"/>
          <a:ext cx="19845339" cy="91689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845717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  <p:txBody>
          <a:bodyPr/>
          <a:lstStyle/>
          <a:p>
            <a:endParaRPr lang="pt-BR" dirty="0"/>
          </a:p>
        </p:txBody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7669804" cy="632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Projeto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em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andamento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3600" dirty="0"/>
              <a:t>  </a:t>
            </a: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24579973"/>
              </p:ext>
            </p:extLst>
          </p:nvPr>
        </p:nvGraphicFramePr>
        <p:xfrm>
          <a:off x="-1" y="1133475"/>
          <a:ext cx="19845339" cy="10042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1761492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  <p:txBody>
          <a:bodyPr/>
          <a:lstStyle/>
          <a:p>
            <a:endParaRPr lang="pt-BR" dirty="0"/>
          </a:p>
        </p:txBody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7669804" cy="632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Projeto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em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andamento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3600" dirty="0"/>
              <a:t>  </a:t>
            </a: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56699742"/>
              </p:ext>
            </p:extLst>
          </p:nvPr>
        </p:nvGraphicFramePr>
        <p:xfrm>
          <a:off x="-1" y="1133475"/>
          <a:ext cx="19845339" cy="10042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101056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  <p:txBody>
          <a:bodyPr/>
          <a:lstStyle/>
          <a:p>
            <a:endParaRPr lang="pt-BR" dirty="0"/>
          </a:p>
        </p:txBody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7669804" cy="632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Projeto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em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andamento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3600" dirty="0"/>
              <a:t>  </a:t>
            </a: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E36F051F-1587-41A5-9B3E-218269CD47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1765764"/>
            <a:ext cx="14535148" cy="7263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7514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2007533" y="6879598"/>
            <a:ext cx="21262145" cy="475740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21262145" y="0"/>
                </a:moveTo>
                <a:lnTo>
                  <a:pt x="0" y="0"/>
                </a:lnTo>
                <a:lnTo>
                  <a:pt x="0" y="4757404"/>
                </a:lnTo>
                <a:lnTo>
                  <a:pt x="21262145" y="4757404"/>
                </a:lnTo>
                <a:lnTo>
                  <a:pt x="21262145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541172" y="522631"/>
            <a:ext cx="3989076" cy="2217468"/>
            <a:chOff x="0" y="0"/>
            <a:chExt cx="5318769" cy="2956624"/>
          </a:xfrm>
        </p:grpSpPr>
        <p:sp>
          <p:nvSpPr>
            <p:cNvPr id="5" name="Freeform 5"/>
            <p:cNvSpPr/>
            <p:nvPr/>
          </p:nvSpPr>
          <p:spPr>
            <a:xfrm>
              <a:off x="0" y="1617791"/>
              <a:ext cx="5318769" cy="685359"/>
            </a:xfrm>
            <a:custGeom>
              <a:avLst/>
              <a:gdLst/>
              <a:ahLst/>
              <a:cxnLst/>
              <a:rect l="l" t="t" r="r" b="b"/>
              <a:pathLst>
                <a:path w="5318769" h="685359">
                  <a:moveTo>
                    <a:pt x="0" y="0"/>
                  </a:moveTo>
                  <a:lnTo>
                    <a:pt x="5318769" y="0"/>
                  </a:lnTo>
                  <a:lnTo>
                    <a:pt x="5318769" y="685359"/>
                  </a:lnTo>
                  <a:lnTo>
                    <a:pt x="0" y="6853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346867" b="-329187"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0" y="0"/>
              <a:ext cx="5318769" cy="1617791"/>
            </a:xfrm>
            <a:custGeom>
              <a:avLst/>
              <a:gdLst/>
              <a:ahLst/>
              <a:cxnLst/>
              <a:rect l="l" t="t" r="r" b="b"/>
              <a:pathLst>
                <a:path w="5318769" h="1617791">
                  <a:moveTo>
                    <a:pt x="0" y="0"/>
                  </a:moveTo>
                  <a:lnTo>
                    <a:pt x="5318769" y="0"/>
                  </a:lnTo>
                  <a:lnTo>
                    <a:pt x="5318769" y="1617791"/>
                  </a:lnTo>
                  <a:lnTo>
                    <a:pt x="0" y="16177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46946" b="-181820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2303150"/>
              <a:ext cx="5318769" cy="653473"/>
            </a:xfrm>
            <a:custGeom>
              <a:avLst/>
              <a:gdLst/>
              <a:ahLst/>
              <a:cxnLst/>
              <a:rect l="l" t="t" r="r" b="b"/>
              <a:pathLst>
                <a:path w="5318769" h="653473">
                  <a:moveTo>
                    <a:pt x="0" y="0"/>
                  </a:moveTo>
                  <a:lnTo>
                    <a:pt x="5318769" y="0"/>
                  </a:lnTo>
                  <a:lnTo>
                    <a:pt x="5318769" y="653474"/>
                  </a:lnTo>
                  <a:lnTo>
                    <a:pt x="0" y="6534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471642" b="-242280"/>
              </a:stretch>
            </a:blipFill>
          </p:spPr>
        </p:sp>
      </p:grpSp>
      <p:sp>
        <p:nvSpPr>
          <p:cNvPr id="8" name="AutoShape 8"/>
          <p:cNvSpPr/>
          <p:nvPr/>
        </p:nvSpPr>
        <p:spPr>
          <a:xfrm flipV="1">
            <a:off x="1028700" y="3494253"/>
            <a:ext cx="19050" cy="1126600"/>
          </a:xfrm>
          <a:prstGeom prst="line">
            <a:avLst/>
          </a:prstGeom>
          <a:ln w="95250" cap="flat">
            <a:solidFill>
              <a:srgbClr val="0B0B3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9"/>
          <p:cNvSpPr txBox="1"/>
          <p:nvPr/>
        </p:nvSpPr>
        <p:spPr>
          <a:xfrm>
            <a:off x="1370847" y="3370428"/>
            <a:ext cx="18703803" cy="1308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36"/>
              </a:lnSpc>
            </a:pPr>
            <a:r>
              <a:rPr lang="en-US" sz="9058" b="1" dirty="0">
                <a:solidFill>
                  <a:srgbClr val="0B0B3D"/>
                </a:solidFill>
                <a:latin typeface="Arial Bold"/>
                <a:ea typeface="Arial Bold"/>
                <a:cs typeface="Arial Bold"/>
                <a:sym typeface="Arial Bold"/>
              </a:rPr>
              <a:t>OBRIGADO!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4008</TotalTime>
  <Words>265</Words>
  <Application>Microsoft Office PowerPoint</Application>
  <PresentationFormat>Personalizar</PresentationFormat>
  <Paragraphs>134</Paragraphs>
  <Slides>28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28</vt:i4>
      </vt:variant>
    </vt:vector>
  </HeadingPairs>
  <TitlesOfParts>
    <vt:vector size="34" baseType="lpstr">
      <vt:lpstr>Arial</vt:lpstr>
      <vt:lpstr>Arial MT</vt:lpstr>
      <vt:lpstr>Arial Bold</vt:lpstr>
      <vt:lpstr>Calibri</vt:lpstr>
      <vt:lpstr>Wingdings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Cópia de ApresentaçãoPadrãoPE</dc:title>
  <dc:creator>Usuário</dc:creator>
  <cp:lastModifiedBy>Leandro Osmar</cp:lastModifiedBy>
  <cp:revision>91</cp:revision>
  <dcterms:created xsi:type="dcterms:W3CDTF">2006-08-16T00:00:00Z</dcterms:created>
  <dcterms:modified xsi:type="dcterms:W3CDTF">2026-05-15T20:58:09Z</dcterms:modified>
  <dc:identifier>DAGkDGwIfr0</dc:identifier>
</cp:coreProperties>
</file>